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1.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0" r:id="rId4"/>
  </p:sldMasterIdLst>
  <p:notesMasterIdLst>
    <p:notesMasterId r:id="rId24"/>
  </p:notesMasterIdLst>
  <p:handoutMasterIdLst>
    <p:handoutMasterId r:id="rId25"/>
  </p:handoutMasterIdLst>
  <p:sldIdLst>
    <p:sldId id="2008" r:id="rId5"/>
    <p:sldId id="2009" r:id="rId6"/>
    <p:sldId id="2010" r:id="rId7"/>
    <p:sldId id="363" r:id="rId8"/>
    <p:sldId id="1906" r:id="rId9"/>
    <p:sldId id="1918" r:id="rId10"/>
    <p:sldId id="1919" r:id="rId11"/>
    <p:sldId id="1927" r:id="rId12"/>
    <p:sldId id="1930" r:id="rId13"/>
    <p:sldId id="1699" r:id="rId14"/>
    <p:sldId id="2055" r:id="rId15"/>
    <p:sldId id="2058" r:id="rId16"/>
    <p:sldId id="2060" r:id="rId17"/>
    <p:sldId id="1999" r:id="rId18"/>
    <p:sldId id="2000" r:id="rId19"/>
    <p:sldId id="2034" r:id="rId20"/>
    <p:sldId id="10384" r:id="rId21"/>
    <p:sldId id="1982" r:id="rId22"/>
    <p:sldId id="288"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CDF5F0A-DF76-4D06-AE66-45C59456EAA1}">
          <p14:sldIdLst>
            <p14:sldId id="2008"/>
            <p14:sldId id="2009"/>
          </p14:sldIdLst>
        </p14:section>
        <p14:section name="Introduction to the ADKAR Model" id="{000D9712-1ECC-4682-B46C-8188206A6564}">
          <p14:sldIdLst>
            <p14:sldId id="2010"/>
            <p14:sldId id="363"/>
            <p14:sldId id="1906"/>
            <p14:sldId id="1918"/>
            <p14:sldId id="1919"/>
            <p14:sldId id="1927"/>
            <p14:sldId id="1930"/>
          </p14:sldIdLst>
        </p14:section>
        <p14:section name="ADKAR Assessment Activity" id="{AD33A54A-5095-4D8B-A10A-C3E7B5885B63}">
          <p14:sldIdLst>
            <p14:sldId id="1699"/>
            <p14:sldId id="2055"/>
            <p14:sldId id="2058"/>
          </p14:sldIdLst>
        </p14:section>
        <p14:section name="ADKAR Model Summary" id="{6BFD1CF0-871F-4207-ADDE-B376C311E4A8}">
          <p14:sldIdLst>
            <p14:sldId id="2060"/>
            <p14:sldId id="1999"/>
            <p14:sldId id="2000"/>
            <p14:sldId id="2034"/>
            <p14:sldId id="10384"/>
            <p14:sldId id="1982"/>
            <p14:sldId id="28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CEBF4"/>
    <a:srgbClr val="FCF4F0"/>
    <a:srgbClr val="D6C8B3"/>
    <a:srgbClr val="836434"/>
    <a:srgbClr val="EAE4DA"/>
    <a:srgbClr val="025C67"/>
    <a:srgbClr val="8FACB3"/>
    <a:srgbClr val="B59361"/>
    <a:srgbClr val="9FA2A6"/>
    <a:srgbClr val="A32B2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0347" autoAdjust="0"/>
  </p:normalViewPr>
  <p:slideViewPr>
    <p:cSldViewPr snapToGrid="0">
      <p:cViewPr varScale="1">
        <p:scale>
          <a:sx n="99" d="100"/>
          <a:sy n="99" d="100"/>
        </p:scale>
        <p:origin x="48" y="100"/>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C819191-095E-4E0B-AC20-37D06A09D1CD}" type="datetimeFigureOut">
              <a:rPr lang="en-US" smtClean="0"/>
              <a:t>3/13/2023</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46CB78-B841-47BD-94EE-F6C45125ADD3}" type="slidenum">
              <a:rPr lang="en-US" smtClean="0"/>
              <a:t>‹#›</a:t>
            </a:fld>
            <a:endParaRPr lang="en-US" dirty="0"/>
          </a:p>
        </p:txBody>
      </p:sp>
    </p:spTree>
    <p:extLst>
      <p:ext uri="{BB962C8B-B14F-4D97-AF65-F5344CB8AC3E}">
        <p14:creationId xmlns:p14="http://schemas.microsoft.com/office/powerpoint/2010/main" val="365095642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r>
              <a:rPr lang="en-US" dirty="0"/>
              <a:t>January 26, 2023</a:t>
            </a: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dirty="0"/>
              <a:t>© Prosci, Inc. All Rights Reserved.</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A45A0-4B6A-4835-8BFB-0274B507204E}" type="slidenum">
              <a:rPr lang="en-US" smtClean="0"/>
              <a:t>‹#›</a:t>
            </a:fld>
            <a:endParaRPr lang="en-US" dirty="0"/>
          </a:p>
        </p:txBody>
      </p:sp>
      <p:sp>
        <p:nvSpPr>
          <p:cNvPr id="9" name="Header Placeholder 8">
            <a:extLst>
              <a:ext uri="{FF2B5EF4-FFF2-40B4-BE49-F238E27FC236}">
                <a16:creationId xmlns:a16="http://schemas.microsoft.com/office/drawing/2014/main" id="{9236B04B-2CEA-D036-8A4B-F81ABC366E9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CA" dirty="0"/>
              <a:t>Introduction to the Prosci ADKAR Model</a:t>
            </a:r>
          </a:p>
        </p:txBody>
      </p:sp>
    </p:spTree>
    <p:extLst>
      <p:ext uri="{BB962C8B-B14F-4D97-AF65-F5344CB8AC3E}">
        <p14:creationId xmlns:p14="http://schemas.microsoft.com/office/powerpoint/2010/main" val="3554166249"/>
      </p:ext>
    </p:extLst>
  </p:cSld>
  <p:clrMap bg1="lt1" tx1="dk1" bg2="lt2" tx2="dk2" accent1="accent1" accent2="accent2" accent3="accent3" accent4="accent4" accent5="accent5" accent6="accent6" hlink="hlink" folHlink="folHlink"/>
  <p:hf/>
  <p:notesStyle>
    <a:lvl1pPr marL="171450" indent="-171450" algn="l" defTabSz="914400" rtl="0" eaLnBrk="1" latinLnBrk="0" hangingPunct="1">
      <a:spcBef>
        <a:spcPts val="300"/>
      </a:spcBef>
      <a:spcAft>
        <a:spcPts val="300"/>
      </a:spcAft>
      <a:buFont typeface="Arial" panose="020B0604020202020204" pitchFamily="34" charset="0"/>
      <a:buChar char="•"/>
      <a:defRPr sz="1200" kern="1200">
        <a:solidFill>
          <a:schemeClr val="tx1"/>
        </a:solidFill>
        <a:latin typeface="+mn-lt"/>
        <a:ea typeface="+mn-ea"/>
        <a:cs typeface="+mn-cs"/>
      </a:defRPr>
    </a:lvl1pPr>
    <a:lvl2pPr marL="358775" indent="-179388" algn="l" defTabSz="914400" rtl="0" eaLnBrk="1" latinLnBrk="0" hangingPunct="1">
      <a:spcAft>
        <a:spcPts val="300"/>
      </a:spcAft>
      <a:buFont typeface="Calibri" panose="020F0502020204030204" pitchFamily="34" charset="0"/>
      <a:buChar char="─"/>
      <a:defRPr sz="11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slide" Target="../slides/slide15.xml"/><Relationship Id="rId2" Type="http://schemas.openxmlformats.org/officeDocument/2006/relationships/notesMaster" Target="../notesMasters/notesMaster1.xml"/><Relationship Id="rId1" Type="http://schemas.openxmlformats.org/officeDocument/2006/relationships/tags" Target="../tags/tag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4284663"/>
          </a:xfrm>
        </p:spPr>
        <p:txBody>
          <a:bodyPr/>
          <a:lstStyle/>
          <a:p>
            <a:pPr marL="0" indent="0" defTabSz="924641">
              <a:spcBef>
                <a:spcPts val="0"/>
              </a:spcBef>
              <a:spcAft>
                <a:spcPts val="0"/>
              </a:spcAft>
              <a:buNone/>
              <a:defRPr/>
            </a:pPr>
            <a:r>
              <a:rPr lang="en-US" b="1" dirty="0"/>
              <a:t>Purpose</a:t>
            </a:r>
          </a:p>
          <a:p>
            <a:pPr marL="0" indent="0" defTabSz="924641">
              <a:buFont typeface="Arial" panose="020B0604020202020204" pitchFamily="34" charset="0"/>
              <a:buNone/>
              <a:defRPr/>
            </a:pPr>
            <a:r>
              <a:rPr lang="en-US" dirty="0"/>
              <a:t>A ready-to-deliver resource that a change practitioner can use to facilitate a 30-minute group session to introduce the Prosci ADKAR Model and establish a common language for change. Establishing the ADKAR Model as a common language for change is a pre-requisite for engaging key stakeholders in applying the ADKAR Model, including the ADKAR Blueprint and ADKAR Assessments.</a:t>
            </a:r>
          </a:p>
          <a:p>
            <a:pPr marL="0" indent="0" defTabSz="924641">
              <a:spcBef>
                <a:spcPts val="0"/>
              </a:spcBef>
              <a:spcAft>
                <a:spcPts val="303"/>
              </a:spcAft>
              <a:buNone/>
              <a:defRPr/>
            </a:pPr>
            <a:r>
              <a:rPr lang="en-US" b="1" dirty="0"/>
              <a:t>Intended Use</a:t>
            </a:r>
          </a:p>
          <a:p>
            <a:pPr marL="0" indent="0">
              <a:buFont typeface="Arial" panose="020B0604020202020204" pitchFamily="34" charset="0"/>
              <a:buNone/>
            </a:pPr>
            <a:r>
              <a:rPr lang="en-US" dirty="0"/>
              <a:t>This resource is intended to be used with a representative group of project stakeholders, including the change management team, project team, senior leaders and key business leaders from the impacted groups. You are encouraged to adapt the resource for your situation by considering your practitioner competency level, facilitation skills, project conditions and time constraints.</a:t>
            </a:r>
          </a:p>
          <a:p>
            <a:pPr marL="0" indent="0">
              <a:spcBef>
                <a:spcPts val="0"/>
              </a:spcBef>
              <a:buNone/>
            </a:pPr>
            <a:r>
              <a:rPr lang="en-US" b="1" dirty="0"/>
              <a:t>How to Use this Resource</a:t>
            </a:r>
            <a:r>
              <a:rPr lang="en-US" dirty="0"/>
              <a:t>  </a:t>
            </a:r>
          </a:p>
          <a:p>
            <a:pPr marL="180000" indent="-180000" defTabSz="924641">
              <a:spcBef>
                <a:spcPts val="0"/>
              </a:spcBef>
              <a:buFont typeface="Arial" panose="020B0604020202020204" pitchFamily="34" charset="0"/>
              <a:buChar char="•"/>
              <a:defRPr/>
            </a:pPr>
            <a:r>
              <a:rPr lang="en-US" sz="1100" dirty="0"/>
              <a:t>Customize the resource by adding your company logo and project name to the title slide. </a:t>
            </a:r>
          </a:p>
          <a:p>
            <a:pPr marL="180000" indent="-180000" defTabSz="924641">
              <a:spcBef>
                <a:spcPts val="0"/>
              </a:spcBef>
              <a:buFont typeface="Arial" panose="020B0604020202020204" pitchFamily="34" charset="0"/>
              <a:buChar char="•"/>
              <a:defRPr/>
            </a:pPr>
            <a:r>
              <a:rPr lang="en-US" sz="1100" dirty="0"/>
              <a:t>The PowerPoint slides are divided into sections, which correspond to the agenda topics. </a:t>
            </a:r>
          </a:p>
          <a:p>
            <a:pPr marL="180000" indent="-180000" defTabSz="924641">
              <a:spcBef>
                <a:spcPts val="0"/>
              </a:spcBef>
              <a:buFont typeface="Arial" panose="020B0604020202020204" pitchFamily="34" charset="0"/>
              <a:buChar char="•"/>
              <a:defRPr/>
            </a:pPr>
            <a:r>
              <a:rPr lang="en-US" sz="1100" dirty="0"/>
              <a:t>The content slides include speaking notes and facilitation tips. </a:t>
            </a:r>
          </a:p>
          <a:p>
            <a:pPr marL="180000" indent="-180000" defTabSz="924641">
              <a:spcBef>
                <a:spcPts val="0"/>
              </a:spcBef>
              <a:buFont typeface="Arial" panose="020B0604020202020204" pitchFamily="34" charset="0"/>
              <a:buChar char="•"/>
              <a:defRPr/>
            </a:pPr>
            <a:r>
              <a:rPr lang="en-US" sz="1100" dirty="0"/>
              <a:t>The slides for the optional engagement activities are hidden. The use of these hidden slides is up to you and will depend on the needs and interests of your project stakeholders, as well as your time constraints.</a:t>
            </a:r>
          </a:p>
          <a:p>
            <a:endParaRPr lang="en-US" dirty="0"/>
          </a:p>
        </p:txBody>
      </p:sp>
      <p:sp>
        <p:nvSpPr>
          <p:cNvPr id="4" name="Slide Number Placeholder 3"/>
          <p:cNvSpPr>
            <a:spLocks noGrp="1"/>
          </p:cNvSpPr>
          <p:nvPr>
            <p:ph type="sldNum" sz="quarter" idx="5"/>
          </p:nvPr>
        </p:nvSpPr>
        <p:spPr/>
        <p:txBody>
          <a:bodyPr/>
          <a:lstStyle/>
          <a:p>
            <a:fld id="{AA7A45A0-4B6A-4835-8BFB-0274B507204E}" type="slidenum">
              <a:rPr lang="en-US" smtClean="0"/>
              <a:t>1</a:t>
            </a:fld>
            <a:endParaRPr lang="en-US" dirty="0"/>
          </a:p>
        </p:txBody>
      </p:sp>
      <p:sp>
        <p:nvSpPr>
          <p:cNvPr id="5" name="Date Placeholder 4">
            <a:extLst>
              <a:ext uri="{FF2B5EF4-FFF2-40B4-BE49-F238E27FC236}">
                <a16:creationId xmlns:a16="http://schemas.microsoft.com/office/drawing/2014/main" id="{F4FBA17C-0B13-1979-83C3-9658BF11CA56}"/>
              </a:ext>
            </a:extLst>
          </p:cNvPr>
          <p:cNvSpPr>
            <a:spLocks noGrp="1"/>
          </p:cNvSpPr>
          <p:nvPr>
            <p:ph type="dt" idx="1"/>
          </p:nvPr>
        </p:nvSpPr>
        <p:spPr/>
        <p:txBody>
          <a:bodyPr/>
          <a:lstStyle/>
          <a:p>
            <a:r>
              <a:rPr lang="en-US" dirty="0"/>
              <a:t>January 26, 2023</a:t>
            </a:r>
          </a:p>
        </p:txBody>
      </p:sp>
      <p:sp>
        <p:nvSpPr>
          <p:cNvPr id="6" name="Footer Placeholder 5">
            <a:extLst>
              <a:ext uri="{FF2B5EF4-FFF2-40B4-BE49-F238E27FC236}">
                <a16:creationId xmlns:a16="http://schemas.microsoft.com/office/drawing/2014/main" id="{57B41F3B-B00A-EC80-6B4F-7F161A6B9126}"/>
              </a:ext>
            </a:extLst>
          </p:cNvPr>
          <p:cNvSpPr>
            <a:spLocks noGrp="1"/>
          </p:cNvSpPr>
          <p:nvPr>
            <p:ph type="ftr" sz="quarter" idx="4"/>
          </p:nvPr>
        </p:nvSpPr>
        <p:spPr/>
        <p:txBody>
          <a:bodyPr/>
          <a:lstStyle/>
          <a:p>
            <a:r>
              <a:rPr lang="en-US" dirty="0"/>
              <a:t>© Prosci, Inc. All Rights Reserved.</a:t>
            </a:r>
          </a:p>
        </p:txBody>
      </p:sp>
      <p:sp>
        <p:nvSpPr>
          <p:cNvPr id="7" name="Header Placeholder 6">
            <a:extLst>
              <a:ext uri="{FF2B5EF4-FFF2-40B4-BE49-F238E27FC236}">
                <a16:creationId xmlns:a16="http://schemas.microsoft.com/office/drawing/2014/main" id="{5A4F1DB5-9989-B0B0-A597-7581FFD40C47}"/>
              </a:ext>
            </a:extLst>
          </p:cNvPr>
          <p:cNvSpPr>
            <a:spLocks noGrp="1"/>
          </p:cNvSpPr>
          <p:nvPr>
            <p:ph type="hdr" sz="quarter"/>
          </p:nvPr>
        </p:nvSpPr>
        <p:spPr/>
        <p:txBody>
          <a:bodyPr/>
          <a:lstStyle/>
          <a:p>
            <a:r>
              <a:rPr lang="en-CA" dirty="0"/>
              <a:t>Introduction to the Prosci ADKAR Model</a:t>
            </a:r>
          </a:p>
        </p:txBody>
      </p:sp>
    </p:spTree>
    <p:extLst>
      <p:ext uri="{BB962C8B-B14F-4D97-AF65-F5344CB8AC3E}">
        <p14:creationId xmlns:p14="http://schemas.microsoft.com/office/powerpoint/2010/main" val="31779517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b="1" dirty="0"/>
              <a:t>Activity timing for a 30-minute session </a:t>
            </a:r>
          </a:p>
          <a:p>
            <a:pPr marL="231160" indent="-231160">
              <a:buFont typeface="+mj-lt"/>
              <a:buAutoNum type="arabicPeriod"/>
            </a:pPr>
            <a:r>
              <a:rPr lang="en-US" dirty="0"/>
              <a:t>Introduction to the ADKAR Model- 10 minutes</a:t>
            </a:r>
          </a:p>
          <a:p>
            <a:pPr marL="231160" indent="-231160">
              <a:buFont typeface="+mj-lt"/>
              <a:buAutoNum type="arabicPeriod"/>
            </a:pPr>
            <a:r>
              <a:rPr lang="en-US" dirty="0"/>
              <a:t>Complete an ADKAR Assessment Activity - 10 minutes</a:t>
            </a:r>
            <a:endParaRPr lang="en-US" dirty="0">
              <a:solidFill>
                <a:schemeClr val="accent1"/>
              </a:solidFill>
            </a:endParaRPr>
          </a:p>
          <a:p>
            <a:pPr marL="231160" indent="-231160">
              <a:buFont typeface="+mj-lt"/>
              <a:buAutoNum type="arabicPeriod"/>
            </a:pPr>
            <a:r>
              <a:rPr lang="en-US" dirty="0"/>
              <a:t>ADKAR Model Summary – 10 minutes</a:t>
            </a:r>
          </a:p>
          <a:p>
            <a:endParaRPr lang="en-US" dirty="0"/>
          </a:p>
        </p:txBody>
      </p:sp>
      <p:sp>
        <p:nvSpPr>
          <p:cNvPr id="4" name="Slide Number Placeholder 3"/>
          <p:cNvSpPr>
            <a:spLocks noGrp="1"/>
          </p:cNvSpPr>
          <p:nvPr>
            <p:ph type="sldNum" sz="quarter" idx="5"/>
          </p:nvPr>
        </p:nvSpPr>
        <p:spPr/>
        <p:txBody>
          <a:bodyPr/>
          <a:lstStyle/>
          <a:p>
            <a:fld id="{AA7A45A0-4B6A-4835-8BFB-0274B507204E}" type="slidenum">
              <a:rPr lang="en-US" smtClean="0"/>
              <a:t>2</a:t>
            </a:fld>
            <a:endParaRPr lang="en-US" dirty="0"/>
          </a:p>
        </p:txBody>
      </p:sp>
      <p:sp>
        <p:nvSpPr>
          <p:cNvPr id="5" name="Date Placeholder 4">
            <a:extLst>
              <a:ext uri="{FF2B5EF4-FFF2-40B4-BE49-F238E27FC236}">
                <a16:creationId xmlns:a16="http://schemas.microsoft.com/office/drawing/2014/main" id="{765C2ECD-4DF9-77FE-41FD-74400B90D9EF}"/>
              </a:ext>
            </a:extLst>
          </p:cNvPr>
          <p:cNvSpPr>
            <a:spLocks noGrp="1"/>
          </p:cNvSpPr>
          <p:nvPr>
            <p:ph type="dt" idx="1"/>
          </p:nvPr>
        </p:nvSpPr>
        <p:spPr/>
        <p:txBody>
          <a:bodyPr/>
          <a:lstStyle/>
          <a:p>
            <a:r>
              <a:rPr lang="en-US" dirty="0"/>
              <a:t>January 26, 2023</a:t>
            </a:r>
          </a:p>
        </p:txBody>
      </p:sp>
      <p:sp>
        <p:nvSpPr>
          <p:cNvPr id="6" name="Footer Placeholder 5">
            <a:extLst>
              <a:ext uri="{FF2B5EF4-FFF2-40B4-BE49-F238E27FC236}">
                <a16:creationId xmlns:a16="http://schemas.microsoft.com/office/drawing/2014/main" id="{E90C5E23-29C7-B742-C469-E9AE8E6E97E0}"/>
              </a:ext>
            </a:extLst>
          </p:cNvPr>
          <p:cNvSpPr>
            <a:spLocks noGrp="1"/>
          </p:cNvSpPr>
          <p:nvPr>
            <p:ph type="ftr" sz="quarter" idx="4"/>
          </p:nvPr>
        </p:nvSpPr>
        <p:spPr/>
        <p:txBody>
          <a:bodyPr/>
          <a:lstStyle/>
          <a:p>
            <a:r>
              <a:rPr lang="en-US" dirty="0"/>
              <a:t>© Prosci, Inc. All Rights Reserved.</a:t>
            </a:r>
          </a:p>
        </p:txBody>
      </p:sp>
      <p:sp>
        <p:nvSpPr>
          <p:cNvPr id="7" name="Header Placeholder 6">
            <a:extLst>
              <a:ext uri="{FF2B5EF4-FFF2-40B4-BE49-F238E27FC236}">
                <a16:creationId xmlns:a16="http://schemas.microsoft.com/office/drawing/2014/main" id="{EEEB55F6-8F49-9ECD-F820-1DE7DDC7B6F6}"/>
              </a:ext>
            </a:extLst>
          </p:cNvPr>
          <p:cNvSpPr>
            <a:spLocks noGrp="1"/>
          </p:cNvSpPr>
          <p:nvPr>
            <p:ph type="hdr" sz="quarter"/>
          </p:nvPr>
        </p:nvSpPr>
        <p:spPr/>
        <p:txBody>
          <a:bodyPr/>
          <a:lstStyle/>
          <a:p>
            <a:r>
              <a:rPr lang="en-CA" dirty="0"/>
              <a:t>Introduction to the Prosci ADKAR Model</a:t>
            </a:r>
          </a:p>
        </p:txBody>
      </p:sp>
    </p:spTree>
    <p:extLst>
      <p:ext uri="{BB962C8B-B14F-4D97-AF65-F5344CB8AC3E}">
        <p14:creationId xmlns:p14="http://schemas.microsoft.com/office/powerpoint/2010/main" val="6553870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l" defTabSz="914400" rtl="0" eaLnBrk="1" latinLnBrk="0" hangingPunct="1">
              <a:spcBef>
                <a:spcPct val="0"/>
              </a:spcBef>
              <a:buFont typeface="Arial" panose="020B0604020202020204" pitchFamily="34" charset="0"/>
              <a:buChar char="•"/>
            </a:pPr>
            <a:r>
              <a:rPr lang="en-US" sz="1200" kern="1200" dirty="0">
                <a:solidFill>
                  <a:schemeClr val="tx1"/>
                </a:solidFill>
                <a:latin typeface="+mn-lt"/>
                <a:ea typeface="+mn-ea"/>
                <a:cs typeface="+mn-cs"/>
              </a:rPr>
              <a:t>Jeff Hiatt is the founder of Prosci and created the ADKAR Model. </a:t>
            </a:r>
          </a:p>
          <a:p>
            <a:pPr marL="171450" indent="-171450" algn="l" defTabSz="914400" rtl="0" eaLnBrk="1" latinLnBrk="0" hangingPunct="1">
              <a:spcBef>
                <a:spcPct val="0"/>
              </a:spcBef>
              <a:buFont typeface="Arial" panose="020B0604020202020204" pitchFamily="34" charset="0"/>
              <a:buChar char="•"/>
            </a:pPr>
            <a:r>
              <a:rPr lang="en-US" sz="1200" kern="1200" dirty="0">
                <a:solidFill>
                  <a:schemeClr val="tx1"/>
                </a:solidFill>
                <a:latin typeface="+mn-lt"/>
                <a:ea typeface="+mn-ea"/>
                <a:cs typeface="+mn-cs"/>
              </a:rPr>
              <a:t>Prior to founding Prosci, he worked for nearly 20 years as an engineer with Bell Laboratories and as a project leader for other companies on large-scale process, system and organizational changes. His experience was a mixture of successes and failures. </a:t>
            </a:r>
          </a:p>
          <a:p>
            <a:pPr marL="171450" indent="-171450" algn="l" defTabSz="914400" rtl="0" eaLnBrk="1" latinLnBrk="0" hangingPunct="1">
              <a:spcBef>
                <a:spcPct val="0"/>
              </a:spcBef>
              <a:buFont typeface="Arial" panose="020B0604020202020204" pitchFamily="34" charset="0"/>
              <a:buChar char="•"/>
            </a:pPr>
            <a:r>
              <a:rPr lang="en-US" sz="1200" kern="1200" dirty="0">
                <a:solidFill>
                  <a:schemeClr val="tx1"/>
                </a:solidFill>
                <a:latin typeface="+mn-lt"/>
                <a:ea typeface="+mn-ea"/>
                <a:cs typeface="+mn-cs"/>
              </a:rPr>
              <a:t>Despite his extensive education and work experience as an engineer, finding the solution to why one change initiative was successful and another, of seemingly equal business value was not, proved elusive. As an engineer, he was surprised to find the most challenging problems dealt with people, not things. </a:t>
            </a:r>
          </a:p>
          <a:p>
            <a:pPr marL="171450" indent="-171450" algn="l" defTabSz="914400" rtl="0" eaLnBrk="1" latinLnBrk="0" hangingPunct="1">
              <a:spcBef>
                <a:spcPct val="0"/>
              </a:spcBef>
              <a:buFont typeface="Arial" panose="020B0604020202020204" pitchFamily="34" charset="0"/>
              <a:buChar char="•"/>
            </a:pPr>
            <a:r>
              <a:rPr lang="en-US" sz="1200" kern="1200" dirty="0">
                <a:solidFill>
                  <a:schemeClr val="tx1"/>
                </a:solidFill>
                <a:latin typeface="+mn-lt"/>
                <a:ea typeface="+mn-ea"/>
                <a:cs typeface="+mn-cs"/>
              </a:rPr>
              <a:t>This quote from Jeff summarizes his conclusion regarding the secret to successful change. </a:t>
            </a:r>
          </a:p>
          <a:p>
            <a:pPr marL="0" indent="0" algn="l" defTabSz="914400" rtl="0" eaLnBrk="1" latinLnBrk="0" hangingPunct="1">
              <a:spcBef>
                <a:spcPct val="0"/>
              </a:spcBef>
              <a:buFont typeface="Arial" panose="020B0604020202020204" pitchFamily="34" charset="0"/>
              <a:buNone/>
            </a:pPr>
            <a:r>
              <a:rPr lang="en-US" sz="1200" b="1" kern="1200" dirty="0">
                <a:solidFill>
                  <a:schemeClr val="tx1"/>
                </a:solidFill>
                <a:latin typeface="+mn-lt"/>
                <a:ea typeface="+mn-ea"/>
                <a:cs typeface="+mn-cs"/>
              </a:rPr>
              <a:t>Discussion</a:t>
            </a:r>
          </a:p>
          <a:p>
            <a:pPr>
              <a:spcBef>
                <a:spcPct val="0"/>
              </a:spcBef>
            </a:pPr>
            <a:r>
              <a:rPr lang="en-US" dirty="0"/>
              <a:t> Solicit reactions to the quote from your participants. 	</a:t>
            </a:r>
          </a:p>
          <a:p>
            <a:endParaRPr lang="en-US" dirty="0"/>
          </a:p>
        </p:txBody>
      </p:sp>
      <p:sp>
        <p:nvSpPr>
          <p:cNvPr id="4" name="Slide Number Placeholder 3"/>
          <p:cNvSpPr>
            <a:spLocks noGrp="1"/>
          </p:cNvSpPr>
          <p:nvPr>
            <p:ph type="sldNum" sz="quarter" idx="5"/>
          </p:nvPr>
        </p:nvSpPr>
        <p:spPr/>
        <p:txBody>
          <a:bodyPr/>
          <a:lstStyle/>
          <a:p>
            <a:fld id="{AA7A45A0-4B6A-4835-8BFB-0274B507204E}" type="slidenum">
              <a:rPr lang="en-US" smtClean="0"/>
              <a:t>3</a:t>
            </a:fld>
            <a:endParaRPr lang="en-US" dirty="0"/>
          </a:p>
        </p:txBody>
      </p:sp>
      <p:sp>
        <p:nvSpPr>
          <p:cNvPr id="5" name="Date Placeholder 4">
            <a:extLst>
              <a:ext uri="{FF2B5EF4-FFF2-40B4-BE49-F238E27FC236}">
                <a16:creationId xmlns:a16="http://schemas.microsoft.com/office/drawing/2014/main" id="{F46248BC-EDC6-F0CB-F568-EA55D77EDC2A}"/>
              </a:ext>
            </a:extLst>
          </p:cNvPr>
          <p:cNvSpPr>
            <a:spLocks noGrp="1"/>
          </p:cNvSpPr>
          <p:nvPr>
            <p:ph type="dt" idx="1"/>
          </p:nvPr>
        </p:nvSpPr>
        <p:spPr/>
        <p:txBody>
          <a:bodyPr/>
          <a:lstStyle/>
          <a:p>
            <a:r>
              <a:rPr lang="en-US" dirty="0"/>
              <a:t>January 26, 2023</a:t>
            </a:r>
          </a:p>
        </p:txBody>
      </p:sp>
      <p:sp>
        <p:nvSpPr>
          <p:cNvPr id="6" name="Footer Placeholder 5">
            <a:extLst>
              <a:ext uri="{FF2B5EF4-FFF2-40B4-BE49-F238E27FC236}">
                <a16:creationId xmlns:a16="http://schemas.microsoft.com/office/drawing/2014/main" id="{07E64FBF-29AE-8A68-9DAD-A45886C45D30}"/>
              </a:ext>
            </a:extLst>
          </p:cNvPr>
          <p:cNvSpPr>
            <a:spLocks noGrp="1"/>
          </p:cNvSpPr>
          <p:nvPr>
            <p:ph type="ftr" sz="quarter" idx="4"/>
          </p:nvPr>
        </p:nvSpPr>
        <p:spPr/>
        <p:txBody>
          <a:bodyPr/>
          <a:lstStyle/>
          <a:p>
            <a:r>
              <a:rPr lang="en-US" dirty="0"/>
              <a:t>© Prosci, Inc. All Rights Reserved.</a:t>
            </a:r>
          </a:p>
        </p:txBody>
      </p:sp>
      <p:sp>
        <p:nvSpPr>
          <p:cNvPr id="7" name="Header Placeholder 6">
            <a:extLst>
              <a:ext uri="{FF2B5EF4-FFF2-40B4-BE49-F238E27FC236}">
                <a16:creationId xmlns:a16="http://schemas.microsoft.com/office/drawing/2014/main" id="{49CEB512-2B40-8950-131C-4BA132D6C20C}"/>
              </a:ext>
            </a:extLst>
          </p:cNvPr>
          <p:cNvSpPr>
            <a:spLocks noGrp="1"/>
          </p:cNvSpPr>
          <p:nvPr>
            <p:ph type="hdr" sz="quarter"/>
          </p:nvPr>
        </p:nvSpPr>
        <p:spPr/>
        <p:txBody>
          <a:bodyPr/>
          <a:lstStyle/>
          <a:p>
            <a:r>
              <a:rPr lang="en-CA" dirty="0"/>
              <a:t>Introduction to the Prosci ADKAR Model</a:t>
            </a:r>
          </a:p>
        </p:txBody>
      </p:sp>
    </p:spTree>
    <p:extLst>
      <p:ext uri="{BB962C8B-B14F-4D97-AF65-F5344CB8AC3E}">
        <p14:creationId xmlns:p14="http://schemas.microsoft.com/office/powerpoint/2010/main" val="28537712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Slide Image Placeholder 1">
            <a:extLst>
              <a:ext uri="{FF2B5EF4-FFF2-40B4-BE49-F238E27FC236}">
                <a16:creationId xmlns:a16="http://schemas.microsoft.com/office/drawing/2014/main" id="{3B86BB1F-882C-4190-B9CB-18A3477B2AB8}"/>
              </a:ext>
            </a:extLst>
          </p:cNvPr>
          <p:cNvSpPr>
            <a:spLocks noGrp="1" noRot="1" noChangeAspect="1" noChangeArrowheads="1" noTextEdit="1"/>
          </p:cNvSpPr>
          <p:nvPr>
            <p:ph type="sldImg"/>
          </p:nvPr>
        </p:nvSpPr>
        <p:spPr>
          <a:ln/>
        </p:spPr>
      </p:sp>
      <p:sp>
        <p:nvSpPr>
          <p:cNvPr id="148483" name="Notes Placeholder 2">
            <a:extLst>
              <a:ext uri="{FF2B5EF4-FFF2-40B4-BE49-F238E27FC236}">
                <a16:creationId xmlns:a16="http://schemas.microsoft.com/office/drawing/2014/main" id="{4CB3E3D3-671A-4946-940B-BCD07942A18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80000" marR="0" lvl="0" indent="-180000" algn="l" defTabSz="914400" rtl="0" eaLnBrk="1" fontAlgn="auto" latinLnBrk="0" hangingPunct="1">
              <a:lnSpc>
                <a:spcPct val="100000"/>
              </a:lnSpc>
              <a:buClrTx/>
              <a:buSzTx/>
              <a:buFont typeface="Arial" panose="020B0604020202020204" pitchFamily="34" charset="0"/>
              <a:buChar char="•"/>
              <a:tabLst/>
              <a:defRPr/>
            </a:pPr>
            <a:r>
              <a:rPr lang="en-US" sz="1200" kern="1200" dirty="0">
                <a:solidFill>
                  <a:schemeClr val="tx1"/>
                </a:solidFill>
                <a:latin typeface="+mn-lt"/>
                <a:ea typeface="+mn-ea"/>
                <a:cs typeface="+mn-cs"/>
              </a:rPr>
              <a:t>The ADKAR Model is a results-oriented framework for understanding and enabling change at an individual level. </a:t>
            </a:r>
          </a:p>
          <a:p>
            <a:pPr marL="180000" marR="0" lvl="0" indent="-180000" algn="l" defTabSz="914400" rtl="0" eaLnBrk="1" fontAlgn="auto" latinLnBrk="0" hangingPunct="1">
              <a:lnSpc>
                <a:spcPct val="100000"/>
              </a:lnSpc>
              <a:buClrTx/>
              <a:buSzTx/>
              <a:buFont typeface="Arial" panose="020B0604020202020204" pitchFamily="34" charset="0"/>
              <a:buChar char="•"/>
              <a:tabLst/>
              <a:defRPr/>
            </a:pPr>
            <a:r>
              <a:rPr lang="en-US" sz="1200" kern="1200" dirty="0">
                <a:solidFill>
                  <a:schemeClr val="tx1"/>
                </a:solidFill>
                <a:latin typeface="+mn-lt"/>
                <a:ea typeface="+mn-ea"/>
                <a:cs typeface="+mn-cs"/>
              </a:rPr>
              <a:t>The model describes the five “building blocks” or elements an individual needs to achieve for a personal or business change to be successful.</a:t>
            </a:r>
          </a:p>
          <a:p>
            <a:pPr marL="180000" marR="0" lvl="0" indent="-180000" algn="l" defTabSz="914400" rtl="0" eaLnBrk="1" fontAlgn="auto" latinLnBrk="0" hangingPunct="1">
              <a:lnSpc>
                <a:spcPct val="100000"/>
              </a:lnSpc>
              <a:buClrTx/>
              <a:buSzTx/>
              <a:buFont typeface="Arial" panose="020B0604020202020204" pitchFamily="34" charset="0"/>
              <a:buChar char="•"/>
              <a:tabLst/>
              <a:defRPr/>
            </a:pPr>
            <a:r>
              <a:rPr lang="en-US" sz="1200" kern="1200" dirty="0">
                <a:solidFill>
                  <a:schemeClr val="tx1"/>
                </a:solidFill>
                <a:latin typeface="+mn-lt"/>
                <a:ea typeface="+mn-ea"/>
                <a:cs typeface="+mn-cs"/>
              </a:rPr>
              <a:t>The building blocks are</a:t>
            </a:r>
            <a:r>
              <a:rPr lang="en-US" dirty="0"/>
              <a:t>:</a:t>
            </a:r>
            <a:endParaRPr lang="en-US" sz="1200" kern="1200" dirty="0">
              <a:solidFill>
                <a:schemeClr val="tx1"/>
              </a:solidFill>
              <a:latin typeface="+mn-lt"/>
              <a:ea typeface="+mn-ea"/>
              <a:cs typeface="+mn-cs"/>
            </a:endParaRPr>
          </a:p>
          <a:p>
            <a:pPr lvl="1">
              <a:defRPr/>
            </a:pPr>
            <a:r>
              <a:rPr lang="en-US" dirty="0"/>
              <a:t>Awareness of the need for change</a:t>
            </a:r>
          </a:p>
          <a:p>
            <a:pPr lvl="1">
              <a:defRPr/>
            </a:pPr>
            <a:r>
              <a:rPr lang="en-US" dirty="0"/>
              <a:t>Desire to support and participate in the change</a:t>
            </a:r>
          </a:p>
          <a:p>
            <a:pPr lvl="1">
              <a:defRPr/>
            </a:pPr>
            <a:r>
              <a:rPr lang="en-US" dirty="0"/>
              <a:t>Knowledge on how to change</a:t>
            </a:r>
          </a:p>
          <a:p>
            <a:pPr lvl="1">
              <a:defRPr/>
            </a:pPr>
            <a:r>
              <a:rPr lang="en-US" dirty="0"/>
              <a:t>Ability to implement required skills and behaviors</a:t>
            </a:r>
          </a:p>
          <a:p>
            <a:pPr lvl="1">
              <a:defRPr/>
            </a:pPr>
            <a:r>
              <a:rPr lang="en-US" dirty="0"/>
              <a:t>Reinforcement to sustain the change.</a:t>
            </a:r>
          </a:p>
          <a:p>
            <a:pPr marL="180000" indent="-180000" algn="l" defTabSz="914400" rtl="0" eaLnBrk="1" latinLnBrk="0" hangingPunct="1">
              <a:buFont typeface="Arial" panose="020B0604020202020204" pitchFamily="34" charset="0"/>
              <a:buChar char="•"/>
            </a:pPr>
            <a:r>
              <a:rPr lang="en-US" altLang="en-US" sz="1200" kern="1200" dirty="0">
                <a:solidFill>
                  <a:schemeClr val="tx1"/>
                </a:solidFill>
                <a:latin typeface="+mn-lt"/>
                <a:ea typeface="+mn-ea"/>
                <a:cs typeface="+mn-cs"/>
              </a:rPr>
              <a:t>A successful change requires all five elements of the ADKAR model to be present.</a:t>
            </a:r>
          </a:p>
          <a:p>
            <a:pPr marL="180000" indent="-180000" algn="l" defTabSz="914400" rtl="0" eaLnBrk="1" latinLnBrk="0" hangingPunct="1">
              <a:buFont typeface="Arial" panose="020B0604020202020204" pitchFamily="34" charset="0"/>
              <a:buChar char="•"/>
            </a:pPr>
            <a:r>
              <a:rPr lang="en-US" dirty="0"/>
              <a:t>The ADKAR Model was developed by Prosci after studying the change patterns of more than 700 organizations.</a:t>
            </a:r>
            <a:endParaRPr lang="en-US" altLang="en-US" sz="1200" kern="1200" dirty="0">
              <a:solidFill>
                <a:schemeClr val="tx1"/>
              </a:solidFill>
              <a:latin typeface="+mn-lt"/>
              <a:ea typeface="+mn-ea"/>
              <a:cs typeface="+mn-cs"/>
            </a:endParaRPr>
          </a:p>
        </p:txBody>
      </p:sp>
      <p:sp>
        <p:nvSpPr>
          <p:cNvPr id="2" name="Date Placeholder 1">
            <a:extLst>
              <a:ext uri="{FF2B5EF4-FFF2-40B4-BE49-F238E27FC236}">
                <a16:creationId xmlns:a16="http://schemas.microsoft.com/office/drawing/2014/main" id="{22B0B157-A93A-8EB5-1285-4136ED6DDEFF}"/>
              </a:ext>
            </a:extLst>
          </p:cNvPr>
          <p:cNvSpPr>
            <a:spLocks noGrp="1"/>
          </p:cNvSpPr>
          <p:nvPr>
            <p:ph type="dt" idx="1"/>
          </p:nvPr>
        </p:nvSpPr>
        <p:spPr/>
        <p:txBody>
          <a:bodyPr/>
          <a:lstStyle/>
          <a:p>
            <a:r>
              <a:rPr lang="en-US" dirty="0"/>
              <a:t>January 26, 2023</a:t>
            </a:r>
          </a:p>
        </p:txBody>
      </p:sp>
      <p:sp>
        <p:nvSpPr>
          <p:cNvPr id="3" name="Footer Placeholder 2">
            <a:extLst>
              <a:ext uri="{FF2B5EF4-FFF2-40B4-BE49-F238E27FC236}">
                <a16:creationId xmlns:a16="http://schemas.microsoft.com/office/drawing/2014/main" id="{6C5FE2F6-1F63-FFC9-BE65-449CFBD51582}"/>
              </a:ext>
            </a:extLst>
          </p:cNvPr>
          <p:cNvSpPr>
            <a:spLocks noGrp="1"/>
          </p:cNvSpPr>
          <p:nvPr>
            <p:ph type="ftr" sz="quarter" idx="4"/>
          </p:nvPr>
        </p:nvSpPr>
        <p:spPr/>
        <p:txBody>
          <a:bodyPr/>
          <a:lstStyle/>
          <a:p>
            <a:r>
              <a:rPr lang="en-US" dirty="0"/>
              <a:t>© Prosci, Inc. All Rights Reserved.</a:t>
            </a:r>
          </a:p>
        </p:txBody>
      </p:sp>
      <p:sp>
        <p:nvSpPr>
          <p:cNvPr id="4" name="Header Placeholder 3">
            <a:extLst>
              <a:ext uri="{FF2B5EF4-FFF2-40B4-BE49-F238E27FC236}">
                <a16:creationId xmlns:a16="http://schemas.microsoft.com/office/drawing/2014/main" id="{56B0A3EF-37B6-459D-8180-600191A9AD54}"/>
              </a:ext>
            </a:extLst>
          </p:cNvPr>
          <p:cNvSpPr>
            <a:spLocks noGrp="1"/>
          </p:cNvSpPr>
          <p:nvPr>
            <p:ph type="hdr" sz="quarter"/>
          </p:nvPr>
        </p:nvSpPr>
        <p:spPr/>
        <p:txBody>
          <a:bodyPr/>
          <a:lstStyle/>
          <a:p>
            <a:r>
              <a:rPr lang="en-CA" dirty="0"/>
              <a:t>Introduction to the Prosci ADKAR Model</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l" defTabSz="914400" rtl="0" eaLnBrk="1" latinLnBrk="0" hangingPunct="1">
              <a:spcBef>
                <a:spcPct val="0"/>
              </a:spcBef>
              <a:buFont typeface="Arial" panose="020B0604020202020204" pitchFamily="34" charset="0"/>
              <a:buChar char="•"/>
            </a:pPr>
            <a:r>
              <a:rPr lang="en-US" sz="1200" kern="1200" dirty="0">
                <a:solidFill>
                  <a:schemeClr val="tx1"/>
                </a:solidFill>
                <a:latin typeface="+mn-lt"/>
                <a:ea typeface="+mn-ea"/>
                <a:cs typeface="+mn-cs"/>
              </a:rPr>
              <a:t>Explain the five elements of the ADKAR Model by using a personal story to show that the individual change model can be applied to support both personal and business changes.</a:t>
            </a:r>
          </a:p>
          <a:p>
            <a:pPr marL="171450" indent="-171450" algn="l" defTabSz="914400" rtl="0" eaLnBrk="1" latinLnBrk="0" hangingPunct="1">
              <a:spcBef>
                <a:spcPct val="0"/>
              </a:spcBef>
              <a:buFont typeface="Arial" panose="020B0604020202020204" pitchFamily="34" charset="0"/>
              <a:buChar char="•"/>
            </a:pPr>
            <a:r>
              <a:rPr lang="en-US" sz="1200" kern="1200" dirty="0">
                <a:solidFill>
                  <a:schemeClr val="tx1"/>
                </a:solidFill>
                <a:latin typeface="+mn-lt"/>
                <a:ea typeface="+mn-ea"/>
                <a:cs typeface="+mn-cs"/>
              </a:rPr>
              <a:t>Your story should illustrate all five ADKAR elements and include a barrier point, which you will describe in more detail later in your presentation. </a:t>
            </a:r>
          </a:p>
          <a:p>
            <a:pPr>
              <a:spcBef>
                <a:spcPct val="0"/>
              </a:spcBef>
            </a:pPr>
            <a:r>
              <a:rPr lang="en-US" dirty="0"/>
              <a:t>Begin with Awareness.</a:t>
            </a:r>
          </a:p>
          <a:p>
            <a:pPr>
              <a:spcBef>
                <a:spcPct val="0"/>
              </a:spcBef>
            </a:pPr>
            <a:r>
              <a:rPr lang="en-US" dirty="0"/>
              <a:t>Emphasize that while it’s important to explain the nature of the change, it is even more important to explain why the change is needed and the risk of not changing.</a:t>
            </a:r>
          </a:p>
        </p:txBody>
      </p:sp>
      <p:sp>
        <p:nvSpPr>
          <p:cNvPr id="4" name="Slide Number Placeholder 3"/>
          <p:cNvSpPr>
            <a:spLocks noGrp="1"/>
          </p:cNvSpPr>
          <p:nvPr>
            <p:ph type="sldNum" sz="quarter" idx="5"/>
          </p:nvPr>
        </p:nvSpPr>
        <p:spPr/>
        <p:txBody>
          <a:bodyPr/>
          <a:lstStyle/>
          <a:p>
            <a:fld id="{AA7A45A0-4B6A-4835-8BFB-0274B507204E}" type="slidenum">
              <a:rPr lang="en-US" smtClean="0"/>
              <a:t>5</a:t>
            </a:fld>
            <a:endParaRPr lang="en-US" dirty="0"/>
          </a:p>
        </p:txBody>
      </p:sp>
      <p:sp>
        <p:nvSpPr>
          <p:cNvPr id="5" name="Date Placeholder 4">
            <a:extLst>
              <a:ext uri="{FF2B5EF4-FFF2-40B4-BE49-F238E27FC236}">
                <a16:creationId xmlns:a16="http://schemas.microsoft.com/office/drawing/2014/main" id="{029F2D37-4129-94CF-BE22-788A750537D8}"/>
              </a:ext>
            </a:extLst>
          </p:cNvPr>
          <p:cNvSpPr>
            <a:spLocks noGrp="1"/>
          </p:cNvSpPr>
          <p:nvPr>
            <p:ph type="dt" idx="1"/>
          </p:nvPr>
        </p:nvSpPr>
        <p:spPr/>
        <p:txBody>
          <a:bodyPr/>
          <a:lstStyle/>
          <a:p>
            <a:r>
              <a:rPr lang="en-US" dirty="0"/>
              <a:t>January 26, 2023</a:t>
            </a:r>
          </a:p>
        </p:txBody>
      </p:sp>
      <p:sp>
        <p:nvSpPr>
          <p:cNvPr id="6" name="Footer Placeholder 5">
            <a:extLst>
              <a:ext uri="{FF2B5EF4-FFF2-40B4-BE49-F238E27FC236}">
                <a16:creationId xmlns:a16="http://schemas.microsoft.com/office/drawing/2014/main" id="{BD134791-A4E7-4A0C-042F-5F6C5E8804CD}"/>
              </a:ext>
            </a:extLst>
          </p:cNvPr>
          <p:cNvSpPr>
            <a:spLocks noGrp="1"/>
          </p:cNvSpPr>
          <p:nvPr>
            <p:ph type="ftr" sz="quarter" idx="4"/>
          </p:nvPr>
        </p:nvSpPr>
        <p:spPr/>
        <p:txBody>
          <a:bodyPr/>
          <a:lstStyle/>
          <a:p>
            <a:r>
              <a:rPr lang="en-US" dirty="0"/>
              <a:t>© Prosci, Inc. All Rights Reserved.</a:t>
            </a:r>
          </a:p>
        </p:txBody>
      </p:sp>
      <p:sp>
        <p:nvSpPr>
          <p:cNvPr id="7" name="Header Placeholder 6">
            <a:extLst>
              <a:ext uri="{FF2B5EF4-FFF2-40B4-BE49-F238E27FC236}">
                <a16:creationId xmlns:a16="http://schemas.microsoft.com/office/drawing/2014/main" id="{60FEDC85-F475-9790-0ADC-16DA273B103A}"/>
              </a:ext>
            </a:extLst>
          </p:cNvPr>
          <p:cNvSpPr>
            <a:spLocks noGrp="1"/>
          </p:cNvSpPr>
          <p:nvPr>
            <p:ph type="hdr" sz="quarter"/>
          </p:nvPr>
        </p:nvSpPr>
        <p:spPr/>
        <p:txBody>
          <a:bodyPr/>
          <a:lstStyle/>
          <a:p>
            <a:r>
              <a:rPr lang="en-CA" dirty="0"/>
              <a:t>Introduction to the Prosci ADKAR Model</a:t>
            </a:r>
          </a:p>
        </p:txBody>
      </p:sp>
    </p:spTree>
    <p:extLst>
      <p:ext uri="{BB962C8B-B14F-4D97-AF65-F5344CB8AC3E}">
        <p14:creationId xmlns:p14="http://schemas.microsoft.com/office/powerpoint/2010/main" val="11825211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l" defTabSz="914400" rtl="0" eaLnBrk="1" latinLnBrk="0" hangingPunct="1">
              <a:spcBef>
                <a:spcPct val="0"/>
              </a:spcBef>
              <a:buFont typeface="Arial" panose="020B0604020202020204" pitchFamily="34" charset="0"/>
              <a:buChar char="•"/>
            </a:pPr>
            <a:r>
              <a:rPr lang="en-US" dirty="0"/>
              <a:t>Next, explain Desire.</a:t>
            </a:r>
          </a:p>
          <a:p>
            <a:pPr>
              <a:spcBef>
                <a:spcPct val="0"/>
              </a:spcBef>
            </a:pPr>
            <a:r>
              <a:rPr lang="en-US" dirty="0"/>
              <a:t>Emphasize the importance of WIIFM – What’s In It For Me to provide the intrinsic motivation necessary to produce Desire.</a:t>
            </a:r>
          </a:p>
          <a:p>
            <a:pPr>
              <a:spcBef>
                <a:spcPct val="0"/>
              </a:spcBef>
            </a:pPr>
            <a:r>
              <a:rPr lang="en-US" dirty="0"/>
              <a:t>Acknowledge the reality that the Desire to change is a personal choice. Ultimately, the individual that you would like to adopt a change must make the personal decision to engage and participate.</a:t>
            </a:r>
          </a:p>
        </p:txBody>
      </p:sp>
      <p:sp>
        <p:nvSpPr>
          <p:cNvPr id="4" name="Slide Number Placeholder 3"/>
          <p:cNvSpPr>
            <a:spLocks noGrp="1"/>
          </p:cNvSpPr>
          <p:nvPr>
            <p:ph type="sldNum" sz="quarter" idx="5"/>
          </p:nvPr>
        </p:nvSpPr>
        <p:spPr/>
        <p:txBody>
          <a:bodyPr/>
          <a:lstStyle/>
          <a:p>
            <a:fld id="{AA7A45A0-4B6A-4835-8BFB-0274B507204E}" type="slidenum">
              <a:rPr lang="en-US" smtClean="0"/>
              <a:t>6</a:t>
            </a:fld>
            <a:endParaRPr lang="en-US" dirty="0"/>
          </a:p>
        </p:txBody>
      </p:sp>
      <p:sp>
        <p:nvSpPr>
          <p:cNvPr id="5" name="Date Placeholder 4">
            <a:extLst>
              <a:ext uri="{FF2B5EF4-FFF2-40B4-BE49-F238E27FC236}">
                <a16:creationId xmlns:a16="http://schemas.microsoft.com/office/drawing/2014/main" id="{D9BA269D-0B1A-CB37-46AB-E6E4F64C2CA2}"/>
              </a:ext>
            </a:extLst>
          </p:cNvPr>
          <p:cNvSpPr>
            <a:spLocks noGrp="1"/>
          </p:cNvSpPr>
          <p:nvPr>
            <p:ph type="dt" idx="1"/>
          </p:nvPr>
        </p:nvSpPr>
        <p:spPr/>
        <p:txBody>
          <a:bodyPr/>
          <a:lstStyle/>
          <a:p>
            <a:r>
              <a:rPr lang="en-US" dirty="0"/>
              <a:t>January 26, 2023</a:t>
            </a:r>
          </a:p>
        </p:txBody>
      </p:sp>
      <p:sp>
        <p:nvSpPr>
          <p:cNvPr id="6" name="Footer Placeholder 5">
            <a:extLst>
              <a:ext uri="{FF2B5EF4-FFF2-40B4-BE49-F238E27FC236}">
                <a16:creationId xmlns:a16="http://schemas.microsoft.com/office/drawing/2014/main" id="{8EDB4617-B1FD-AF75-E88C-19608AD9F7E7}"/>
              </a:ext>
            </a:extLst>
          </p:cNvPr>
          <p:cNvSpPr>
            <a:spLocks noGrp="1"/>
          </p:cNvSpPr>
          <p:nvPr>
            <p:ph type="ftr" sz="quarter" idx="4"/>
          </p:nvPr>
        </p:nvSpPr>
        <p:spPr/>
        <p:txBody>
          <a:bodyPr/>
          <a:lstStyle/>
          <a:p>
            <a:r>
              <a:rPr lang="en-US" dirty="0"/>
              <a:t>© Prosci, Inc. All Rights Reserved.</a:t>
            </a:r>
          </a:p>
        </p:txBody>
      </p:sp>
      <p:sp>
        <p:nvSpPr>
          <p:cNvPr id="7" name="Header Placeholder 6">
            <a:extLst>
              <a:ext uri="{FF2B5EF4-FFF2-40B4-BE49-F238E27FC236}">
                <a16:creationId xmlns:a16="http://schemas.microsoft.com/office/drawing/2014/main" id="{A96F2402-88CA-8A0D-DDC7-9F29347A1BA4}"/>
              </a:ext>
            </a:extLst>
          </p:cNvPr>
          <p:cNvSpPr>
            <a:spLocks noGrp="1"/>
          </p:cNvSpPr>
          <p:nvPr>
            <p:ph type="hdr" sz="quarter"/>
          </p:nvPr>
        </p:nvSpPr>
        <p:spPr/>
        <p:txBody>
          <a:bodyPr/>
          <a:lstStyle/>
          <a:p>
            <a:r>
              <a:rPr lang="en-CA" dirty="0"/>
              <a:t>Introduction to the Prosci ADKAR Model</a:t>
            </a:r>
          </a:p>
        </p:txBody>
      </p:sp>
    </p:spTree>
    <p:extLst>
      <p:ext uri="{BB962C8B-B14F-4D97-AF65-F5344CB8AC3E}">
        <p14:creationId xmlns:p14="http://schemas.microsoft.com/office/powerpoint/2010/main" val="35901059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l" defTabSz="914400" rtl="0" eaLnBrk="1" latinLnBrk="0" hangingPunct="1">
              <a:spcBef>
                <a:spcPct val="0"/>
              </a:spcBef>
              <a:buFont typeface="Arial" panose="020B0604020202020204" pitchFamily="34" charset="0"/>
              <a:buChar char="•"/>
            </a:pPr>
            <a:r>
              <a:rPr lang="en-US" sz="1200" kern="1200" dirty="0">
                <a:solidFill>
                  <a:schemeClr val="tx1"/>
                </a:solidFill>
                <a:latin typeface="+mn-lt"/>
                <a:ea typeface="+mn-ea"/>
                <a:cs typeface="+mn-cs"/>
              </a:rPr>
              <a:t>The third element is Knowledge.</a:t>
            </a:r>
          </a:p>
          <a:p>
            <a:pPr>
              <a:spcBef>
                <a:spcPct val="0"/>
              </a:spcBef>
            </a:pPr>
            <a:r>
              <a:rPr lang="en-US" dirty="0"/>
              <a:t>The development of Knowledge often requires learning new skills to be able to successfully adopt and use a change. </a:t>
            </a:r>
            <a:r>
              <a:rPr lang="en-CA" dirty="0"/>
              <a:t>	</a:t>
            </a:r>
          </a:p>
          <a:p>
            <a:endParaRPr lang="en-US" dirty="0"/>
          </a:p>
        </p:txBody>
      </p:sp>
      <p:sp>
        <p:nvSpPr>
          <p:cNvPr id="4" name="Slide Number Placeholder 3"/>
          <p:cNvSpPr>
            <a:spLocks noGrp="1"/>
          </p:cNvSpPr>
          <p:nvPr>
            <p:ph type="sldNum" sz="quarter" idx="5"/>
          </p:nvPr>
        </p:nvSpPr>
        <p:spPr/>
        <p:txBody>
          <a:bodyPr/>
          <a:lstStyle/>
          <a:p>
            <a:fld id="{AA7A45A0-4B6A-4835-8BFB-0274B507204E}" type="slidenum">
              <a:rPr lang="en-US" smtClean="0"/>
              <a:t>7</a:t>
            </a:fld>
            <a:endParaRPr lang="en-US" dirty="0"/>
          </a:p>
        </p:txBody>
      </p:sp>
      <p:sp>
        <p:nvSpPr>
          <p:cNvPr id="5" name="Date Placeholder 4">
            <a:extLst>
              <a:ext uri="{FF2B5EF4-FFF2-40B4-BE49-F238E27FC236}">
                <a16:creationId xmlns:a16="http://schemas.microsoft.com/office/drawing/2014/main" id="{3514FE9E-3E38-79EB-5370-F5E2092CEC4B}"/>
              </a:ext>
            </a:extLst>
          </p:cNvPr>
          <p:cNvSpPr>
            <a:spLocks noGrp="1"/>
          </p:cNvSpPr>
          <p:nvPr>
            <p:ph type="dt" idx="1"/>
          </p:nvPr>
        </p:nvSpPr>
        <p:spPr/>
        <p:txBody>
          <a:bodyPr/>
          <a:lstStyle/>
          <a:p>
            <a:r>
              <a:rPr lang="en-US" dirty="0"/>
              <a:t>January 26, 2023</a:t>
            </a:r>
          </a:p>
        </p:txBody>
      </p:sp>
      <p:sp>
        <p:nvSpPr>
          <p:cNvPr id="6" name="Footer Placeholder 5">
            <a:extLst>
              <a:ext uri="{FF2B5EF4-FFF2-40B4-BE49-F238E27FC236}">
                <a16:creationId xmlns:a16="http://schemas.microsoft.com/office/drawing/2014/main" id="{4292786E-DFD6-5BA6-D07A-4E6A9442B803}"/>
              </a:ext>
            </a:extLst>
          </p:cNvPr>
          <p:cNvSpPr>
            <a:spLocks noGrp="1"/>
          </p:cNvSpPr>
          <p:nvPr>
            <p:ph type="ftr" sz="quarter" idx="4"/>
          </p:nvPr>
        </p:nvSpPr>
        <p:spPr/>
        <p:txBody>
          <a:bodyPr/>
          <a:lstStyle/>
          <a:p>
            <a:r>
              <a:rPr lang="en-US" dirty="0"/>
              <a:t>© Prosci, Inc. All Rights Reserved.</a:t>
            </a:r>
          </a:p>
        </p:txBody>
      </p:sp>
      <p:sp>
        <p:nvSpPr>
          <p:cNvPr id="7" name="Header Placeholder 6">
            <a:extLst>
              <a:ext uri="{FF2B5EF4-FFF2-40B4-BE49-F238E27FC236}">
                <a16:creationId xmlns:a16="http://schemas.microsoft.com/office/drawing/2014/main" id="{125BAD4D-89A3-FD60-5A62-3EF152CE5A4E}"/>
              </a:ext>
            </a:extLst>
          </p:cNvPr>
          <p:cNvSpPr>
            <a:spLocks noGrp="1"/>
          </p:cNvSpPr>
          <p:nvPr>
            <p:ph type="hdr" sz="quarter"/>
          </p:nvPr>
        </p:nvSpPr>
        <p:spPr/>
        <p:txBody>
          <a:bodyPr/>
          <a:lstStyle/>
          <a:p>
            <a:r>
              <a:rPr lang="en-CA" dirty="0"/>
              <a:t>Introduction to the Prosci ADKAR Model</a:t>
            </a:r>
          </a:p>
        </p:txBody>
      </p:sp>
    </p:spTree>
    <p:extLst>
      <p:ext uri="{BB962C8B-B14F-4D97-AF65-F5344CB8AC3E}">
        <p14:creationId xmlns:p14="http://schemas.microsoft.com/office/powerpoint/2010/main" val="31251158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l" defTabSz="914400" rtl="0" eaLnBrk="1" latinLnBrk="0" hangingPunct="1">
              <a:spcBef>
                <a:spcPct val="0"/>
              </a:spcBef>
              <a:buFont typeface="Arial" panose="020B0604020202020204" pitchFamily="34" charset="0"/>
              <a:buChar char="•"/>
            </a:pPr>
            <a:r>
              <a:rPr lang="en-US" sz="1200" kern="1200" dirty="0">
                <a:solidFill>
                  <a:schemeClr val="tx1"/>
                </a:solidFill>
                <a:latin typeface="+mn-lt"/>
                <a:ea typeface="+mn-ea"/>
                <a:cs typeface="+mn-cs"/>
              </a:rPr>
              <a:t>The </a:t>
            </a:r>
            <a:r>
              <a:rPr lang="en-US" dirty="0"/>
              <a:t>fourth element is Ability. </a:t>
            </a:r>
          </a:p>
          <a:p>
            <a:pPr marL="171450" indent="-171450" algn="l" defTabSz="914400" rtl="0" eaLnBrk="1" latinLnBrk="0" hangingPunct="1">
              <a:spcBef>
                <a:spcPct val="0"/>
              </a:spcBef>
              <a:buFont typeface="Arial" panose="020B0604020202020204" pitchFamily="34" charset="0"/>
              <a:buChar char="•"/>
            </a:pPr>
            <a:r>
              <a:rPr lang="en-US" sz="1200" kern="1200" dirty="0">
                <a:solidFill>
                  <a:schemeClr val="tx1"/>
                </a:solidFill>
                <a:latin typeface="+mn-lt"/>
                <a:ea typeface="+mn-ea"/>
                <a:cs typeface="+mn-cs"/>
              </a:rPr>
              <a:t>Distinguish between Knowledge and Ability. A person may have the training they need but are unable to translate the Knowledge into Ability. </a:t>
            </a:r>
          </a:p>
          <a:p>
            <a:pPr marL="171450" indent="-171450" algn="l" defTabSz="914400" rtl="0" eaLnBrk="1" latinLnBrk="0" hangingPunct="1">
              <a:spcBef>
                <a:spcPct val="0"/>
              </a:spcBef>
              <a:buFont typeface="Arial" panose="020B0604020202020204" pitchFamily="34" charset="0"/>
              <a:buChar char="•"/>
            </a:pPr>
            <a:r>
              <a:rPr lang="en-US" dirty="0"/>
              <a:t>To explain the distinction, use an example, such as a </a:t>
            </a:r>
            <a:r>
              <a:rPr lang="en-US" sz="1200" kern="1200" dirty="0">
                <a:solidFill>
                  <a:schemeClr val="tx1"/>
                </a:solidFill>
                <a:latin typeface="+mn-lt"/>
                <a:ea typeface="+mn-ea"/>
                <a:cs typeface="+mn-cs"/>
              </a:rPr>
              <a:t>person who has taken many lessons with a golf professional, but still slices or hooks every one of their drives.</a:t>
            </a:r>
            <a:endParaRPr lang="en-US" dirty="0"/>
          </a:p>
        </p:txBody>
      </p:sp>
      <p:sp>
        <p:nvSpPr>
          <p:cNvPr id="4" name="Slide Number Placeholder 3"/>
          <p:cNvSpPr>
            <a:spLocks noGrp="1"/>
          </p:cNvSpPr>
          <p:nvPr>
            <p:ph type="sldNum" sz="quarter" idx="5"/>
          </p:nvPr>
        </p:nvSpPr>
        <p:spPr/>
        <p:txBody>
          <a:bodyPr/>
          <a:lstStyle/>
          <a:p>
            <a:fld id="{AA7A45A0-4B6A-4835-8BFB-0274B507204E}" type="slidenum">
              <a:rPr lang="en-US" smtClean="0"/>
              <a:t>8</a:t>
            </a:fld>
            <a:endParaRPr lang="en-US" dirty="0"/>
          </a:p>
        </p:txBody>
      </p:sp>
      <p:sp>
        <p:nvSpPr>
          <p:cNvPr id="5" name="Date Placeholder 4">
            <a:extLst>
              <a:ext uri="{FF2B5EF4-FFF2-40B4-BE49-F238E27FC236}">
                <a16:creationId xmlns:a16="http://schemas.microsoft.com/office/drawing/2014/main" id="{73BECC18-B7A9-A649-51AC-1B5A911BB7B3}"/>
              </a:ext>
            </a:extLst>
          </p:cNvPr>
          <p:cNvSpPr>
            <a:spLocks noGrp="1"/>
          </p:cNvSpPr>
          <p:nvPr>
            <p:ph type="dt" idx="1"/>
          </p:nvPr>
        </p:nvSpPr>
        <p:spPr/>
        <p:txBody>
          <a:bodyPr/>
          <a:lstStyle/>
          <a:p>
            <a:r>
              <a:rPr lang="en-US" dirty="0"/>
              <a:t>January 26, 2023</a:t>
            </a:r>
          </a:p>
        </p:txBody>
      </p:sp>
      <p:sp>
        <p:nvSpPr>
          <p:cNvPr id="6" name="Footer Placeholder 5">
            <a:extLst>
              <a:ext uri="{FF2B5EF4-FFF2-40B4-BE49-F238E27FC236}">
                <a16:creationId xmlns:a16="http://schemas.microsoft.com/office/drawing/2014/main" id="{3CA839F7-972E-23EF-D3C0-9F0F7ED29868}"/>
              </a:ext>
            </a:extLst>
          </p:cNvPr>
          <p:cNvSpPr>
            <a:spLocks noGrp="1"/>
          </p:cNvSpPr>
          <p:nvPr>
            <p:ph type="ftr" sz="quarter" idx="4"/>
          </p:nvPr>
        </p:nvSpPr>
        <p:spPr/>
        <p:txBody>
          <a:bodyPr/>
          <a:lstStyle/>
          <a:p>
            <a:r>
              <a:rPr lang="en-US" dirty="0"/>
              <a:t>© Prosci, Inc. All Rights Reserved.</a:t>
            </a:r>
          </a:p>
        </p:txBody>
      </p:sp>
      <p:sp>
        <p:nvSpPr>
          <p:cNvPr id="7" name="Header Placeholder 6">
            <a:extLst>
              <a:ext uri="{FF2B5EF4-FFF2-40B4-BE49-F238E27FC236}">
                <a16:creationId xmlns:a16="http://schemas.microsoft.com/office/drawing/2014/main" id="{5036ECD9-ED40-3D67-6A84-B86C6C3B17EE}"/>
              </a:ext>
            </a:extLst>
          </p:cNvPr>
          <p:cNvSpPr>
            <a:spLocks noGrp="1"/>
          </p:cNvSpPr>
          <p:nvPr>
            <p:ph type="hdr" sz="quarter"/>
          </p:nvPr>
        </p:nvSpPr>
        <p:spPr/>
        <p:txBody>
          <a:bodyPr/>
          <a:lstStyle/>
          <a:p>
            <a:r>
              <a:rPr lang="en-CA" dirty="0"/>
              <a:t>Introduction to the Prosci ADKAR Model</a:t>
            </a:r>
          </a:p>
        </p:txBody>
      </p:sp>
    </p:spTree>
    <p:extLst>
      <p:ext uri="{BB962C8B-B14F-4D97-AF65-F5344CB8AC3E}">
        <p14:creationId xmlns:p14="http://schemas.microsoft.com/office/powerpoint/2010/main" val="12329721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l" defTabSz="914400" rtl="0" eaLnBrk="1" latinLnBrk="0" hangingPunct="1">
              <a:spcBef>
                <a:spcPct val="0"/>
              </a:spcBef>
              <a:buFont typeface="Arial" panose="020B0604020202020204" pitchFamily="34" charset="0"/>
              <a:buChar char="•"/>
            </a:pPr>
            <a:r>
              <a:rPr lang="en-US" sz="1200" kern="1200" dirty="0">
                <a:solidFill>
                  <a:schemeClr val="tx1"/>
                </a:solidFill>
                <a:latin typeface="+mn-lt"/>
                <a:ea typeface="+mn-ea"/>
                <a:cs typeface="+mn-cs"/>
              </a:rPr>
              <a:t>The fifth and final element of the ADAKR Model is Reinforcement. </a:t>
            </a:r>
          </a:p>
          <a:p>
            <a:pPr marL="171450" indent="-171450" algn="l" defTabSz="914400" rtl="0" eaLnBrk="1" latinLnBrk="0" hangingPunct="1">
              <a:spcBef>
                <a:spcPct val="0"/>
              </a:spcBef>
              <a:buFont typeface="Arial" panose="020B0604020202020204" pitchFamily="34" charset="0"/>
              <a:buChar char="•"/>
            </a:pPr>
            <a:r>
              <a:rPr lang="en-US" sz="1200" kern="1200" dirty="0">
                <a:solidFill>
                  <a:schemeClr val="tx1"/>
                </a:solidFill>
                <a:latin typeface="+mn-lt"/>
                <a:ea typeface="+mn-ea"/>
                <a:cs typeface="+mn-cs"/>
              </a:rPr>
              <a:t>Explain that just demonstrating the Ability to apply the change doesn’t mean the change has been successful. The change must be Reinforced to ensure that the person will sustain the change.</a:t>
            </a:r>
            <a:endParaRPr lang="en-US" dirty="0"/>
          </a:p>
        </p:txBody>
      </p:sp>
      <p:sp>
        <p:nvSpPr>
          <p:cNvPr id="4" name="Slide Number Placeholder 3"/>
          <p:cNvSpPr>
            <a:spLocks noGrp="1"/>
          </p:cNvSpPr>
          <p:nvPr>
            <p:ph type="sldNum" sz="quarter" idx="5"/>
          </p:nvPr>
        </p:nvSpPr>
        <p:spPr/>
        <p:txBody>
          <a:bodyPr/>
          <a:lstStyle/>
          <a:p>
            <a:fld id="{AA7A45A0-4B6A-4835-8BFB-0274B507204E}" type="slidenum">
              <a:rPr lang="en-US" smtClean="0"/>
              <a:t>9</a:t>
            </a:fld>
            <a:endParaRPr lang="en-US" dirty="0"/>
          </a:p>
        </p:txBody>
      </p:sp>
      <p:sp>
        <p:nvSpPr>
          <p:cNvPr id="5" name="Date Placeholder 4">
            <a:extLst>
              <a:ext uri="{FF2B5EF4-FFF2-40B4-BE49-F238E27FC236}">
                <a16:creationId xmlns:a16="http://schemas.microsoft.com/office/drawing/2014/main" id="{4047EE4A-A492-6852-EA02-78C275851A35}"/>
              </a:ext>
            </a:extLst>
          </p:cNvPr>
          <p:cNvSpPr>
            <a:spLocks noGrp="1"/>
          </p:cNvSpPr>
          <p:nvPr>
            <p:ph type="dt" idx="1"/>
          </p:nvPr>
        </p:nvSpPr>
        <p:spPr/>
        <p:txBody>
          <a:bodyPr/>
          <a:lstStyle/>
          <a:p>
            <a:r>
              <a:rPr lang="en-US" dirty="0"/>
              <a:t>January 26, 2023</a:t>
            </a:r>
          </a:p>
        </p:txBody>
      </p:sp>
      <p:sp>
        <p:nvSpPr>
          <p:cNvPr id="6" name="Footer Placeholder 5">
            <a:extLst>
              <a:ext uri="{FF2B5EF4-FFF2-40B4-BE49-F238E27FC236}">
                <a16:creationId xmlns:a16="http://schemas.microsoft.com/office/drawing/2014/main" id="{CACB75B1-38C3-6FBB-DFD9-6A4A669FAEC1}"/>
              </a:ext>
            </a:extLst>
          </p:cNvPr>
          <p:cNvSpPr>
            <a:spLocks noGrp="1"/>
          </p:cNvSpPr>
          <p:nvPr>
            <p:ph type="ftr" sz="quarter" idx="4"/>
          </p:nvPr>
        </p:nvSpPr>
        <p:spPr/>
        <p:txBody>
          <a:bodyPr/>
          <a:lstStyle/>
          <a:p>
            <a:r>
              <a:rPr lang="en-US" dirty="0"/>
              <a:t>© Prosci, Inc. All Rights Reserved.</a:t>
            </a:r>
          </a:p>
        </p:txBody>
      </p:sp>
      <p:sp>
        <p:nvSpPr>
          <p:cNvPr id="7" name="Header Placeholder 6">
            <a:extLst>
              <a:ext uri="{FF2B5EF4-FFF2-40B4-BE49-F238E27FC236}">
                <a16:creationId xmlns:a16="http://schemas.microsoft.com/office/drawing/2014/main" id="{4F951D4E-3BE3-05AF-0970-71699837A879}"/>
              </a:ext>
            </a:extLst>
          </p:cNvPr>
          <p:cNvSpPr>
            <a:spLocks noGrp="1"/>
          </p:cNvSpPr>
          <p:nvPr>
            <p:ph type="hdr" sz="quarter"/>
          </p:nvPr>
        </p:nvSpPr>
        <p:spPr/>
        <p:txBody>
          <a:bodyPr/>
          <a:lstStyle/>
          <a:p>
            <a:r>
              <a:rPr lang="en-CA" dirty="0"/>
              <a:t>Introduction to the Prosci ADKAR Model</a:t>
            </a:r>
          </a:p>
        </p:txBody>
      </p:sp>
    </p:spTree>
    <p:extLst>
      <p:ext uri="{BB962C8B-B14F-4D97-AF65-F5344CB8AC3E}">
        <p14:creationId xmlns:p14="http://schemas.microsoft.com/office/powerpoint/2010/main" val="40529191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mj-lt"/>
              <a:buNone/>
            </a:pPr>
            <a:r>
              <a:rPr lang="en-US" sz="1200" b="1" kern="1200" dirty="0">
                <a:solidFill>
                  <a:schemeClr val="tx1"/>
                </a:solidFill>
                <a:latin typeface="+mn-lt"/>
                <a:ea typeface="+mn-ea"/>
                <a:cs typeface="+mn-cs"/>
              </a:rPr>
              <a:t>Instructions</a:t>
            </a:r>
          </a:p>
          <a:p>
            <a:pPr marL="180000" indent="-180000">
              <a:buFont typeface="+mj-lt"/>
              <a:buAutoNum type="arabicPeriod"/>
            </a:pPr>
            <a:r>
              <a:rPr lang="en-US" dirty="0"/>
              <a:t>Have each of your participants complete a personal ADKAR Assessment. The ADKAR Assessment as a downloadable resource in the Applying the PCT Model Knowledge Hub. </a:t>
            </a:r>
          </a:p>
          <a:p>
            <a:pPr marL="180000" indent="-180000">
              <a:buFont typeface="+mj-lt"/>
              <a:buAutoNum type="arabicPeriod"/>
            </a:pPr>
            <a:r>
              <a:rPr lang="en-US" dirty="0"/>
              <a:t>Identify a score for each of the five elements. </a:t>
            </a:r>
          </a:p>
          <a:p>
            <a:pPr marL="180000" indent="-180000">
              <a:buFont typeface="+mj-lt"/>
              <a:buAutoNum type="arabicPeriod"/>
            </a:pPr>
            <a:r>
              <a:rPr lang="en-US" dirty="0"/>
              <a:t>To create an ADKAR profile bar graph, mark your score for each element and shade the area below the mark to create each “bar.”</a:t>
            </a:r>
          </a:p>
          <a:p>
            <a:pPr marL="180000" indent="-180000">
              <a:buFont typeface="+mj-lt"/>
              <a:buAutoNum type="arabicPeriod"/>
            </a:pPr>
            <a:r>
              <a:rPr lang="en-US" dirty="0"/>
              <a:t>Share your ADKAR scores. NOTE: participants do not </a:t>
            </a:r>
            <a:r>
              <a:rPr lang="en-US" sz="1200" kern="1200" dirty="0">
                <a:solidFill>
                  <a:schemeClr val="tx1"/>
                </a:solidFill>
                <a:latin typeface="+mn-lt"/>
                <a:ea typeface="+mn-ea"/>
                <a:cs typeface="+mn-cs"/>
              </a:rPr>
              <a:t>need to share their personal change example.</a:t>
            </a:r>
          </a:p>
          <a:p>
            <a:pPr marL="0" indent="0">
              <a:buFont typeface="+mj-lt"/>
              <a:buNone/>
            </a:pPr>
            <a:r>
              <a:rPr lang="en-US" sz="1200" b="1" kern="1200" dirty="0">
                <a:solidFill>
                  <a:schemeClr val="tx1"/>
                </a:solidFill>
                <a:latin typeface="+mn-lt"/>
                <a:ea typeface="+mn-ea"/>
                <a:cs typeface="+mn-cs"/>
              </a:rPr>
              <a:t>Facilitation Tips</a:t>
            </a:r>
          </a:p>
          <a:p>
            <a:pPr marL="180000" indent="-180000">
              <a:buFont typeface="Arial" panose="020B0604020202020204" pitchFamily="34" charset="0"/>
              <a:buChar char="•"/>
            </a:pPr>
            <a:r>
              <a:rPr lang="en-US" sz="1200" b="0" kern="1200" dirty="0">
                <a:solidFill>
                  <a:schemeClr val="tx1"/>
                </a:solidFill>
                <a:latin typeface="+mn-lt"/>
                <a:ea typeface="+mn-ea"/>
                <a:cs typeface="+mn-cs"/>
              </a:rPr>
              <a:t>Capture ADKAR Scores in a poll or chat pane using the format: </a:t>
            </a:r>
          </a:p>
          <a:p>
            <a:pPr lvl="1">
              <a:defRPr/>
            </a:pPr>
            <a:r>
              <a:rPr lang="en-US" dirty="0"/>
              <a:t>A-D-K-A-R (4-3-2-2-1) </a:t>
            </a:r>
          </a:p>
          <a:p>
            <a:pPr marL="180000" indent="-180000"/>
            <a:r>
              <a:rPr lang="en-US" dirty="0"/>
              <a:t>If you are delivering your presentation in person, have your participants record their scores on a flip chart.	</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A7A45A0-4B6A-4835-8BFB-0274B507204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Date Placeholder 4">
            <a:extLst>
              <a:ext uri="{FF2B5EF4-FFF2-40B4-BE49-F238E27FC236}">
                <a16:creationId xmlns:a16="http://schemas.microsoft.com/office/drawing/2014/main" id="{F4ED3F6D-FFA9-51D0-2054-B1792B51723C}"/>
              </a:ext>
            </a:extLst>
          </p:cNvPr>
          <p:cNvSpPr>
            <a:spLocks noGrp="1"/>
          </p:cNvSpPr>
          <p:nvPr>
            <p:ph type="dt" idx="1"/>
          </p:nvPr>
        </p:nvSpPr>
        <p:spPr/>
        <p:txBody>
          <a:bodyPr/>
          <a:lstStyle/>
          <a:p>
            <a:r>
              <a:rPr lang="en-US" dirty="0"/>
              <a:t>January 26, 2023</a:t>
            </a:r>
          </a:p>
        </p:txBody>
      </p:sp>
      <p:sp>
        <p:nvSpPr>
          <p:cNvPr id="6" name="Footer Placeholder 5">
            <a:extLst>
              <a:ext uri="{FF2B5EF4-FFF2-40B4-BE49-F238E27FC236}">
                <a16:creationId xmlns:a16="http://schemas.microsoft.com/office/drawing/2014/main" id="{F107F851-79B3-181E-C7A2-AA84D140A438}"/>
              </a:ext>
            </a:extLst>
          </p:cNvPr>
          <p:cNvSpPr>
            <a:spLocks noGrp="1"/>
          </p:cNvSpPr>
          <p:nvPr>
            <p:ph type="ftr" sz="quarter" idx="4"/>
          </p:nvPr>
        </p:nvSpPr>
        <p:spPr/>
        <p:txBody>
          <a:bodyPr/>
          <a:lstStyle/>
          <a:p>
            <a:r>
              <a:rPr lang="en-US" dirty="0"/>
              <a:t>© Prosci, Inc. All Rights Reserved.</a:t>
            </a:r>
          </a:p>
        </p:txBody>
      </p:sp>
      <p:sp>
        <p:nvSpPr>
          <p:cNvPr id="7" name="Header Placeholder 6">
            <a:extLst>
              <a:ext uri="{FF2B5EF4-FFF2-40B4-BE49-F238E27FC236}">
                <a16:creationId xmlns:a16="http://schemas.microsoft.com/office/drawing/2014/main" id="{0B6B0081-3F6D-4417-06FB-11A73987733F}"/>
              </a:ext>
            </a:extLst>
          </p:cNvPr>
          <p:cNvSpPr>
            <a:spLocks noGrp="1"/>
          </p:cNvSpPr>
          <p:nvPr>
            <p:ph type="hdr" sz="quarter"/>
          </p:nvPr>
        </p:nvSpPr>
        <p:spPr/>
        <p:txBody>
          <a:bodyPr/>
          <a:lstStyle/>
          <a:p>
            <a:r>
              <a:rPr lang="en-CA" dirty="0"/>
              <a:t>Introduction to the Prosci ADKAR Model</a:t>
            </a:r>
          </a:p>
        </p:txBody>
      </p:sp>
    </p:spTree>
    <p:extLst>
      <p:ext uri="{BB962C8B-B14F-4D97-AF65-F5344CB8AC3E}">
        <p14:creationId xmlns:p14="http://schemas.microsoft.com/office/powerpoint/2010/main" val="14405571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0000" indent="-18000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Provide the definition of the barrier point: the first ADKAR element in the sequence that is insufficient and impedes change progress. </a:t>
            </a:r>
          </a:p>
          <a:p>
            <a:pPr marL="180000" indent="-18000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Numerically, the barrier point is a score of 3 (feeling neutral) or lower. </a:t>
            </a:r>
          </a:p>
          <a:p>
            <a:pPr marL="180000" indent="-18000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Even in situations where there are multiple elements with scores of 3 or less, we need to focus our attention on the first element in the sequence with a score of 3 or less. </a:t>
            </a:r>
            <a:endParaRPr lang="en-US" dirty="0"/>
          </a:p>
        </p:txBody>
      </p:sp>
      <p:sp>
        <p:nvSpPr>
          <p:cNvPr id="4" name="Slide Number Placeholder 3"/>
          <p:cNvSpPr>
            <a:spLocks noGrp="1"/>
          </p:cNvSpPr>
          <p:nvPr>
            <p:ph type="sldNum" sz="quarter" idx="5"/>
          </p:nvPr>
        </p:nvSpPr>
        <p:spPr/>
        <p:txBody>
          <a:bodyPr/>
          <a:lstStyle/>
          <a:p>
            <a:fld id="{AA7A45A0-4B6A-4835-8BFB-0274B507204E}" type="slidenum">
              <a:rPr lang="en-US" smtClean="0"/>
              <a:t>11</a:t>
            </a:fld>
            <a:endParaRPr lang="en-US" dirty="0"/>
          </a:p>
        </p:txBody>
      </p:sp>
      <p:sp>
        <p:nvSpPr>
          <p:cNvPr id="5" name="Date Placeholder 4">
            <a:extLst>
              <a:ext uri="{FF2B5EF4-FFF2-40B4-BE49-F238E27FC236}">
                <a16:creationId xmlns:a16="http://schemas.microsoft.com/office/drawing/2014/main" id="{CB494DD0-21C9-B4BD-D432-6CBB2AEE0B00}"/>
              </a:ext>
            </a:extLst>
          </p:cNvPr>
          <p:cNvSpPr>
            <a:spLocks noGrp="1"/>
          </p:cNvSpPr>
          <p:nvPr>
            <p:ph type="dt" idx="1"/>
          </p:nvPr>
        </p:nvSpPr>
        <p:spPr/>
        <p:txBody>
          <a:bodyPr/>
          <a:lstStyle/>
          <a:p>
            <a:r>
              <a:rPr lang="en-US" dirty="0"/>
              <a:t>January 26, 2023</a:t>
            </a:r>
          </a:p>
        </p:txBody>
      </p:sp>
      <p:sp>
        <p:nvSpPr>
          <p:cNvPr id="6" name="Footer Placeholder 5">
            <a:extLst>
              <a:ext uri="{FF2B5EF4-FFF2-40B4-BE49-F238E27FC236}">
                <a16:creationId xmlns:a16="http://schemas.microsoft.com/office/drawing/2014/main" id="{2419F9CC-BA65-F970-C64B-3B04D08BC07A}"/>
              </a:ext>
            </a:extLst>
          </p:cNvPr>
          <p:cNvSpPr>
            <a:spLocks noGrp="1"/>
          </p:cNvSpPr>
          <p:nvPr>
            <p:ph type="ftr" sz="quarter" idx="4"/>
          </p:nvPr>
        </p:nvSpPr>
        <p:spPr/>
        <p:txBody>
          <a:bodyPr/>
          <a:lstStyle/>
          <a:p>
            <a:r>
              <a:rPr lang="en-US" dirty="0"/>
              <a:t>© Prosci, Inc. All Rights Reserved.</a:t>
            </a:r>
          </a:p>
        </p:txBody>
      </p:sp>
      <p:sp>
        <p:nvSpPr>
          <p:cNvPr id="7" name="Header Placeholder 6">
            <a:extLst>
              <a:ext uri="{FF2B5EF4-FFF2-40B4-BE49-F238E27FC236}">
                <a16:creationId xmlns:a16="http://schemas.microsoft.com/office/drawing/2014/main" id="{33E81EE1-C5BB-BBF5-1DB4-A1D0CFF961DF}"/>
              </a:ext>
            </a:extLst>
          </p:cNvPr>
          <p:cNvSpPr>
            <a:spLocks noGrp="1"/>
          </p:cNvSpPr>
          <p:nvPr>
            <p:ph type="hdr" sz="quarter"/>
          </p:nvPr>
        </p:nvSpPr>
        <p:spPr/>
        <p:txBody>
          <a:bodyPr/>
          <a:lstStyle/>
          <a:p>
            <a:r>
              <a:rPr lang="en-CA" dirty="0"/>
              <a:t>Introduction to the Prosci ADKAR Model</a:t>
            </a:r>
          </a:p>
        </p:txBody>
      </p:sp>
    </p:spTree>
    <p:extLst>
      <p:ext uri="{BB962C8B-B14F-4D97-AF65-F5344CB8AC3E}">
        <p14:creationId xmlns:p14="http://schemas.microsoft.com/office/powerpoint/2010/main" val="7199575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871" indent="-285719">
              <a:defRPr>
                <a:solidFill>
                  <a:schemeClr val="tx1"/>
                </a:solidFill>
                <a:latin typeface="Arial" charset="0"/>
              </a:defRPr>
            </a:lvl2pPr>
            <a:lvl3pPr marL="1142879" indent="-228576">
              <a:defRPr>
                <a:solidFill>
                  <a:schemeClr val="tx1"/>
                </a:solidFill>
                <a:latin typeface="Arial" charset="0"/>
              </a:defRPr>
            </a:lvl3pPr>
            <a:lvl4pPr marL="1600030" indent="-228576">
              <a:defRPr>
                <a:solidFill>
                  <a:schemeClr val="tx1"/>
                </a:solidFill>
                <a:latin typeface="Arial" charset="0"/>
              </a:defRPr>
            </a:lvl4pPr>
            <a:lvl5pPr marL="2057182" indent="-228576">
              <a:defRPr>
                <a:solidFill>
                  <a:schemeClr val="tx1"/>
                </a:solidFill>
                <a:latin typeface="Arial" charset="0"/>
              </a:defRPr>
            </a:lvl5pPr>
            <a:lvl6pPr marL="2514333" indent="-228576" eaLnBrk="0" fontAlgn="base" hangingPunct="0">
              <a:spcBef>
                <a:spcPct val="0"/>
              </a:spcBef>
              <a:spcAft>
                <a:spcPct val="0"/>
              </a:spcAft>
              <a:defRPr>
                <a:solidFill>
                  <a:schemeClr val="tx1"/>
                </a:solidFill>
                <a:latin typeface="Arial" charset="0"/>
              </a:defRPr>
            </a:lvl6pPr>
            <a:lvl7pPr marL="2971485" indent="-228576" eaLnBrk="0" fontAlgn="base" hangingPunct="0">
              <a:spcBef>
                <a:spcPct val="0"/>
              </a:spcBef>
              <a:spcAft>
                <a:spcPct val="0"/>
              </a:spcAft>
              <a:defRPr>
                <a:solidFill>
                  <a:schemeClr val="tx1"/>
                </a:solidFill>
                <a:latin typeface="Arial" charset="0"/>
              </a:defRPr>
            </a:lvl7pPr>
            <a:lvl8pPr marL="3428637" indent="-228576" eaLnBrk="0" fontAlgn="base" hangingPunct="0">
              <a:spcBef>
                <a:spcPct val="0"/>
              </a:spcBef>
              <a:spcAft>
                <a:spcPct val="0"/>
              </a:spcAft>
              <a:defRPr>
                <a:solidFill>
                  <a:schemeClr val="tx1"/>
                </a:solidFill>
                <a:latin typeface="Arial" charset="0"/>
              </a:defRPr>
            </a:lvl8pPr>
            <a:lvl9pPr marL="3885788" indent="-228576" eaLnBrk="0" fontAlgn="base" hangingPunct="0">
              <a:spcBef>
                <a:spcPct val="0"/>
              </a:spcBef>
              <a:spcAft>
                <a:spcPct val="0"/>
              </a:spcAft>
              <a:defRPr>
                <a:solidFill>
                  <a:schemeClr val="tx1"/>
                </a:solidFill>
                <a:latin typeface="Arial" charset="0"/>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D0BE851F-D4C5-437F-B843-A21A26325459}" type="slidenum">
              <a:rPr kumimoji="0" lang="en-US" altLang="en-US" sz="120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altLang="en-US" sz="120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sp>
        <p:nvSpPr>
          <p:cNvPr id="63491" name="Rectangle 2"/>
          <p:cNvSpPr>
            <a:spLocks noGrp="1" noRot="1" noChangeAspect="1" noChangeArrowheads="1" noTextEdit="1"/>
          </p:cNvSpPr>
          <p:nvPr>
            <p:ph type="sldImg"/>
          </p:nvPr>
        </p:nvSpPr>
        <p:spPr>
          <a:xfrm>
            <a:off x="685800" y="1143000"/>
            <a:ext cx="5486400" cy="3086100"/>
          </a:xfrm>
          <a:ln/>
        </p:spPr>
      </p:sp>
      <p:sp>
        <p:nvSpPr>
          <p:cNvPr id="63492" name="Rectangle 3"/>
          <p:cNvSpPr>
            <a:spLocks noGrp="1" noChangeArrowheads="1"/>
          </p:cNvSpPr>
          <p:nvPr>
            <p:ph type="body" idx="1"/>
          </p:nvPr>
        </p:nvSpPr>
        <p:spPr>
          <a:xfrm>
            <a:off x="685800" y="4400549"/>
            <a:ext cx="5486400" cy="4041321"/>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Facilitation Tips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latin typeface="+mn-lt"/>
                <a:ea typeface="+mn-ea"/>
                <a:cs typeface="+mn-cs"/>
              </a:rPr>
              <a:t>Choose a report out option that works for your delivery mode:</a:t>
            </a:r>
          </a:p>
          <a:p>
            <a:pPr marL="179388" lvl="0" indent="-179388" algn="l" defTabSz="914400" rtl="0" eaLnBrk="1" latinLnBrk="0" hangingPunct="1">
              <a:buFont typeface="+mj-lt"/>
              <a:buAutoNum type="arabicPeriod"/>
            </a:pPr>
            <a:r>
              <a:rPr lang="en-US" sz="1200" kern="1200" dirty="0">
                <a:solidFill>
                  <a:schemeClr val="tx1"/>
                </a:solidFill>
                <a:latin typeface="+mn-lt"/>
                <a:ea typeface="+mn-ea"/>
                <a:cs typeface="+mn-cs"/>
              </a:rPr>
              <a:t>Annotate: Have stakeholders annotate, using a symbol, the element which represents the barrier point for their personal example. </a:t>
            </a:r>
          </a:p>
          <a:p>
            <a:pPr marL="179388" lvl="0" indent="-179388" algn="l" defTabSz="914400" rtl="0" eaLnBrk="1" latinLnBrk="0" hangingPunct="1">
              <a:buFont typeface="+mj-lt"/>
              <a:buAutoNum type="arabicPeriod"/>
            </a:pPr>
            <a:r>
              <a:rPr lang="en-US" sz="1200" kern="1200" dirty="0">
                <a:solidFill>
                  <a:schemeClr val="tx1"/>
                </a:solidFill>
                <a:latin typeface="+mn-lt"/>
                <a:ea typeface="+mn-ea"/>
                <a:cs typeface="+mn-cs"/>
              </a:rPr>
              <a:t>Poll: Conduct an online poll asking the question: What was the barrier point for the individual in your example? </a:t>
            </a:r>
          </a:p>
          <a:p>
            <a:pPr marL="179388" lvl="0" indent="-179388" algn="l" defTabSz="914400" rtl="0" eaLnBrk="1" latinLnBrk="0" hangingPunct="1">
              <a:buFont typeface="+mj-lt"/>
              <a:buAutoNum type="arabicPeriod"/>
            </a:pPr>
            <a:r>
              <a:rPr lang="en-US" sz="1200" kern="1200" dirty="0">
                <a:solidFill>
                  <a:schemeClr val="tx1"/>
                </a:solidFill>
                <a:latin typeface="+mn-lt"/>
                <a:ea typeface="+mn-ea"/>
                <a:cs typeface="+mn-cs"/>
              </a:rPr>
              <a:t>Flip Chart: Have the stakeholders identify the barrier point using an image of the ADKAR Model. </a:t>
            </a:r>
          </a:p>
          <a:p>
            <a:pPr marL="0" marR="0" lvl="0" indent="0" algn="l" defTabSz="914400" rtl="0" eaLnBrk="1" fontAlgn="auto" latinLnBrk="0" hangingPunct="1">
              <a:lnSpc>
                <a:spcPct val="100000"/>
              </a:lnSpc>
              <a:spcBef>
                <a:spcPct val="0"/>
              </a:spcBef>
              <a:spcAft>
                <a:spcPts val="0"/>
              </a:spcAft>
              <a:buClrTx/>
              <a:buSzTx/>
              <a:buNone/>
              <a:tabLst/>
              <a:defRPr/>
            </a:pPr>
            <a:r>
              <a:rPr lang="en-US" sz="1200" b="1" kern="1200" dirty="0">
                <a:solidFill>
                  <a:schemeClr val="tx1"/>
                </a:solidFill>
                <a:latin typeface="+mn-lt"/>
                <a:ea typeface="+mn-ea"/>
                <a:cs typeface="+mn-cs"/>
              </a:rPr>
              <a:t>Questions for Discussion</a:t>
            </a:r>
          </a:p>
          <a:p>
            <a:pPr>
              <a:defRPr/>
            </a:pPr>
            <a:r>
              <a:rPr lang="en-US" dirty="0"/>
              <a:t>What new insights or opportunities are created by identifying the barrier point in your example?</a:t>
            </a:r>
          </a:p>
          <a:p>
            <a:pPr>
              <a:defRPr/>
            </a:pPr>
            <a:r>
              <a:rPr lang="en-US" dirty="0"/>
              <a:t>What do you notice about the barrier points for all the examples?</a:t>
            </a:r>
          </a:p>
          <a:p>
            <a:pPr>
              <a:defRPr/>
            </a:pPr>
            <a:r>
              <a:rPr lang="en-US" dirty="0"/>
              <a:t>Are most of the barrier points associated with one of the elements? </a:t>
            </a:r>
          </a:p>
          <a:p>
            <a:pPr marL="180000" marR="0" lvl="0" indent="-180000" algn="l" defTabSz="914400" rtl="0" eaLnBrk="1" fontAlgn="auto" latinLnBrk="0" hangingPunct="1">
              <a:lnSpc>
                <a:spcPct val="100000"/>
              </a:lnSpc>
              <a:buClrTx/>
              <a:buSzTx/>
              <a:buFont typeface="Arial" panose="020B0604020202020204" pitchFamily="34" charset="0"/>
              <a:buChar char="•"/>
              <a:tabLst/>
              <a:defRPr/>
            </a:pPr>
            <a:r>
              <a:rPr lang="en-US" sz="1200" kern="1200" dirty="0">
                <a:solidFill>
                  <a:schemeClr val="tx1"/>
                </a:solidFill>
                <a:latin typeface="+mn-lt"/>
                <a:ea typeface="+mn-ea"/>
                <a:cs typeface="+mn-cs"/>
              </a:rPr>
              <a:t>Discuss why the barrier point is typically at Desire for personal examples.</a:t>
            </a:r>
          </a:p>
          <a:p>
            <a:pPr marL="180000" marR="0" lvl="0" indent="-180000" algn="l" defTabSz="914400" rtl="0" eaLnBrk="1" fontAlgn="auto" latinLnBrk="0" hangingPunct="1">
              <a:lnSpc>
                <a:spcPct val="100000"/>
              </a:lnSpc>
              <a:buClrTx/>
              <a:buSzTx/>
              <a:buFont typeface="Arial" panose="020B0604020202020204" pitchFamily="34" charset="0"/>
              <a:buChar char="•"/>
              <a:tabLst/>
              <a:defRPr/>
            </a:pPr>
            <a:r>
              <a:rPr lang="en-US" sz="1200" kern="1200" dirty="0">
                <a:solidFill>
                  <a:schemeClr val="tx1"/>
                </a:solidFill>
                <a:latin typeface="+mn-lt"/>
                <a:ea typeface="+mn-ea"/>
                <a:cs typeface="+mn-cs"/>
              </a:rPr>
              <a:t>Can you make someone have Desire?</a:t>
            </a:r>
          </a:p>
          <a:p>
            <a:pPr marR="0" lvl="1" fontAlgn="auto">
              <a:lnSpc>
                <a:spcPct val="100000"/>
              </a:lnSpc>
              <a:spcBef>
                <a:spcPct val="0"/>
              </a:spcBef>
              <a:buClrTx/>
              <a:buSzTx/>
              <a:tabLst/>
              <a:defRPr/>
            </a:pPr>
            <a:r>
              <a:rPr lang="en-US" dirty="0"/>
              <a:t>You can only influence another person. Ultimately, they need to make the choice to change.</a:t>
            </a:r>
          </a:p>
          <a:p>
            <a:pPr>
              <a:spcBef>
                <a:spcPct val="0"/>
              </a:spcBef>
              <a:defRPr/>
            </a:pPr>
            <a:endParaRPr lang="en-US" sz="1900" b="0" i="0" u="none" strike="noStrike" baseline="0" dirty="0">
              <a:solidFill>
                <a:srgbClr val="242727"/>
              </a:solidFill>
              <a:latin typeface="Open Sans" panose="020B0606030504020204" pitchFamily="34" charset="0"/>
            </a:endParaRPr>
          </a:p>
          <a:p>
            <a:pPr marL="0" indent="0" algn="l" defTabSz="914400" rtl="0" eaLnBrk="1" latinLnBrk="0" hangingPunct="1">
              <a:buFont typeface="+mj-lt"/>
              <a:buNone/>
            </a:pPr>
            <a:endParaRPr lang="en-US" sz="1200" kern="1200" dirty="0">
              <a:solidFill>
                <a:schemeClr val="tx1"/>
              </a:solidFill>
              <a:latin typeface="+mn-lt"/>
              <a:ea typeface="+mn-ea"/>
              <a:cs typeface="+mn-cs"/>
            </a:endParaRPr>
          </a:p>
          <a:p>
            <a:pPr marL="0" indent="0" algn="l" defTabSz="914400" rtl="0" eaLnBrk="1" latinLnBrk="0" hangingPunct="1">
              <a:buFont typeface="+mj-lt"/>
              <a:buNone/>
            </a:pPr>
            <a:endParaRPr lang="en-US" sz="1200" kern="1200" dirty="0">
              <a:solidFill>
                <a:schemeClr val="tx1"/>
              </a:solidFill>
              <a:latin typeface="+mn-lt"/>
              <a:ea typeface="+mn-ea"/>
              <a:cs typeface="+mn-cs"/>
            </a:endParaRPr>
          </a:p>
          <a:p>
            <a:pPr marL="0" indent="0" algn="l" defTabSz="914400" rtl="0" eaLnBrk="1" latinLnBrk="0" hangingPunct="1">
              <a:buFont typeface="+mj-lt"/>
              <a:buNone/>
            </a:pPr>
            <a:endParaRPr lang="en-US" sz="1200" b="1" kern="1200" dirty="0">
              <a:solidFill>
                <a:schemeClr val="tx1"/>
              </a:solidFill>
              <a:latin typeface="+mn-lt"/>
              <a:ea typeface="+mn-ea"/>
              <a:cs typeface="+mn-cs"/>
            </a:endParaRPr>
          </a:p>
        </p:txBody>
      </p:sp>
      <p:sp>
        <p:nvSpPr>
          <p:cNvPr id="2" name="Date Placeholder 1">
            <a:extLst>
              <a:ext uri="{FF2B5EF4-FFF2-40B4-BE49-F238E27FC236}">
                <a16:creationId xmlns:a16="http://schemas.microsoft.com/office/drawing/2014/main" id="{E43847FD-BB80-38A8-5FE7-45686B264F0C}"/>
              </a:ext>
            </a:extLst>
          </p:cNvPr>
          <p:cNvSpPr>
            <a:spLocks noGrp="1"/>
          </p:cNvSpPr>
          <p:nvPr>
            <p:ph type="dt" idx="1"/>
          </p:nvPr>
        </p:nvSpPr>
        <p:spPr/>
        <p:txBody>
          <a:bodyPr/>
          <a:lstStyle/>
          <a:p>
            <a:r>
              <a:rPr lang="en-US" dirty="0"/>
              <a:t>January 26, 2023</a:t>
            </a:r>
          </a:p>
        </p:txBody>
      </p:sp>
      <p:sp>
        <p:nvSpPr>
          <p:cNvPr id="3" name="Footer Placeholder 2">
            <a:extLst>
              <a:ext uri="{FF2B5EF4-FFF2-40B4-BE49-F238E27FC236}">
                <a16:creationId xmlns:a16="http://schemas.microsoft.com/office/drawing/2014/main" id="{96BB4275-92B2-2ECA-CE16-CD1DF53D3FE4}"/>
              </a:ext>
            </a:extLst>
          </p:cNvPr>
          <p:cNvSpPr>
            <a:spLocks noGrp="1"/>
          </p:cNvSpPr>
          <p:nvPr>
            <p:ph type="ftr" sz="quarter" idx="4"/>
          </p:nvPr>
        </p:nvSpPr>
        <p:spPr/>
        <p:txBody>
          <a:bodyPr/>
          <a:lstStyle/>
          <a:p>
            <a:r>
              <a:rPr lang="en-US" dirty="0"/>
              <a:t>© Prosci, Inc. All Rights Reserved.</a:t>
            </a:r>
          </a:p>
        </p:txBody>
      </p:sp>
      <p:sp>
        <p:nvSpPr>
          <p:cNvPr id="4" name="Header Placeholder 3">
            <a:extLst>
              <a:ext uri="{FF2B5EF4-FFF2-40B4-BE49-F238E27FC236}">
                <a16:creationId xmlns:a16="http://schemas.microsoft.com/office/drawing/2014/main" id="{7BAB4BDC-4258-7A3A-EE4E-B0AD23A5CE2C}"/>
              </a:ext>
            </a:extLst>
          </p:cNvPr>
          <p:cNvSpPr>
            <a:spLocks noGrp="1"/>
          </p:cNvSpPr>
          <p:nvPr>
            <p:ph type="hdr" sz="quarter"/>
          </p:nvPr>
        </p:nvSpPr>
        <p:spPr/>
        <p:txBody>
          <a:bodyPr/>
          <a:lstStyle/>
          <a:p>
            <a:r>
              <a:rPr lang="en-CA" dirty="0"/>
              <a:t>Introduction to the Prosci ADKAR Model</a:t>
            </a:r>
          </a:p>
        </p:txBody>
      </p:sp>
    </p:spTree>
    <p:extLst>
      <p:ext uri="{BB962C8B-B14F-4D97-AF65-F5344CB8AC3E}">
        <p14:creationId xmlns:p14="http://schemas.microsoft.com/office/powerpoint/2010/main" val="8430292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0000" indent="-18000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Consolidate learning by providing a summary of the ADKAR Model. </a:t>
            </a:r>
          </a:p>
          <a:p>
            <a:pPr marL="180000" indent="-18000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The third column, “What you hear” illustrates that what a person says about a change is indicative of their progress in moving through the five elements of the ADKAR model. </a:t>
            </a:r>
          </a:p>
          <a:p>
            <a:pPr marL="180000" indent="-18000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Conversely, what you hear may be the inverse of these statements, indicating a barrier point. For example: </a:t>
            </a:r>
          </a:p>
          <a:p>
            <a:pPr lvl="1">
              <a:spcBef>
                <a:spcPct val="0"/>
              </a:spcBef>
              <a:defRPr/>
            </a:pPr>
            <a:r>
              <a:rPr lang="en-US" dirty="0"/>
              <a:t>Instead of “I understand why …” you hear “I don’t understand why” </a:t>
            </a:r>
          </a:p>
          <a:p>
            <a:pPr lvl="1">
              <a:spcBef>
                <a:spcPct val="0"/>
              </a:spcBef>
              <a:defRPr/>
            </a:pPr>
            <a:r>
              <a:rPr lang="en-US" dirty="0"/>
              <a:t>Instead of “I have decided to …” you hear “I won’t do it …” </a:t>
            </a:r>
          </a:p>
          <a:p>
            <a:pPr lvl="1">
              <a:spcBef>
                <a:spcPct val="0"/>
              </a:spcBef>
              <a:defRPr/>
            </a:pPr>
            <a:r>
              <a:rPr lang="en-US" dirty="0"/>
              <a:t>Instead of “I know how to …” you hear “I don’t know how to …” </a:t>
            </a:r>
          </a:p>
        </p:txBody>
      </p:sp>
      <p:sp>
        <p:nvSpPr>
          <p:cNvPr id="4" name="Slide Number Placeholder 3"/>
          <p:cNvSpPr>
            <a:spLocks noGrp="1"/>
          </p:cNvSpPr>
          <p:nvPr>
            <p:ph type="sldNum" sz="quarter" idx="5"/>
          </p:nvPr>
        </p:nvSpPr>
        <p:spPr/>
        <p:txBody>
          <a:bodyPr/>
          <a:lstStyle/>
          <a:p>
            <a:fld id="{AA7A45A0-4B6A-4835-8BFB-0274B507204E}" type="slidenum">
              <a:rPr lang="en-US" smtClean="0"/>
              <a:t>13</a:t>
            </a:fld>
            <a:endParaRPr lang="en-US" dirty="0"/>
          </a:p>
        </p:txBody>
      </p:sp>
      <p:sp>
        <p:nvSpPr>
          <p:cNvPr id="5" name="Date Placeholder 4">
            <a:extLst>
              <a:ext uri="{FF2B5EF4-FFF2-40B4-BE49-F238E27FC236}">
                <a16:creationId xmlns:a16="http://schemas.microsoft.com/office/drawing/2014/main" id="{A21F5EEA-0367-0330-2A45-BA061EE40E0F}"/>
              </a:ext>
            </a:extLst>
          </p:cNvPr>
          <p:cNvSpPr>
            <a:spLocks noGrp="1"/>
          </p:cNvSpPr>
          <p:nvPr>
            <p:ph type="dt" idx="1"/>
          </p:nvPr>
        </p:nvSpPr>
        <p:spPr/>
        <p:txBody>
          <a:bodyPr/>
          <a:lstStyle/>
          <a:p>
            <a:r>
              <a:rPr lang="en-US" dirty="0"/>
              <a:t>January 26, 2023</a:t>
            </a:r>
          </a:p>
        </p:txBody>
      </p:sp>
      <p:sp>
        <p:nvSpPr>
          <p:cNvPr id="6" name="Footer Placeholder 5">
            <a:extLst>
              <a:ext uri="{FF2B5EF4-FFF2-40B4-BE49-F238E27FC236}">
                <a16:creationId xmlns:a16="http://schemas.microsoft.com/office/drawing/2014/main" id="{9DF455D6-AAA2-6938-4736-61FE2A9143A9}"/>
              </a:ext>
            </a:extLst>
          </p:cNvPr>
          <p:cNvSpPr>
            <a:spLocks noGrp="1"/>
          </p:cNvSpPr>
          <p:nvPr>
            <p:ph type="ftr" sz="quarter" idx="4"/>
          </p:nvPr>
        </p:nvSpPr>
        <p:spPr/>
        <p:txBody>
          <a:bodyPr/>
          <a:lstStyle/>
          <a:p>
            <a:r>
              <a:rPr lang="en-US" dirty="0"/>
              <a:t>© Prosci, Inc. All Rights Reserved.</a:t>
            </a:r>
          </a:p>
        </p:txBody>
      </p:sp>
      <p:sp>
        <p:nvSpPr>
          <p:cNvPr id="7" name="Header Placeholder 6">
            <a:extLst>
              <a:ext uri="{FF2B5EF4-FFF2-40B4-BE49-F238E27FC236}">
                <a16:creationId xmlns:a16="http://schemas.microsoft.com/office/drawing/2014/main" id="{4ECE17D3-6DA6-F9D6-2BEA-8536C25E995A}"/>
              </a:ext>
            </a:extLst>
          </p:cNvPr>
          <p:cNvSpPr>
            <a:spLocks noGrp="1"/>
          </p:cNvSpPr>
          <p:nvPr>
            <p:ph type="hdr" sz="quarter"/>
          </p:nvPr>
        </p:nvSpPr>
        <p:spPr/>
        <p:txBody>
          <a:bodyPr/>
          <a:lstStyle/>
          <a:p>
            <a:r>
              <a:rPr lang="en-CA" dirty="0"/>
              <a:t>Introduction to the Prosci ADKAR Model</a:t>
            </a:r>
          </a:p>
        </p:txBody>
      </p:sp>
    </p:spTree>
    <p:extLst>
      <p:ext uri="{BB962C8B-B14F-4D97-AF65-F5344CB8AC3E}">
        <p14:creationId xmlns:p14="http://schemas.microsoft.com/office/powerpoint/2010/main" val="40744395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0000" indent="-18000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This slide provides examples of the consequences, in terms of beliefs, behaviors or actions, resulting from barrier points at different elements of the model. </a:t>
            </a:r>
          </a:p>
          <a:p>
            <a:pPr marL="180000" indent="-18000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Encourage your participants to view the listed behaviors not as signs of resistance, but as a lack of readiness to </a:t>
            </a:r>
            <a:r>
              <a:rPr lang="en-US" dirty="0"/>
              <a:t>adopt and use a change </a:t>
            </a:r>
            <a:r>
              <a:rPr lang="en-US" sz="1200" kern="1200" dirty="0">
                <a:solidFill>
                  <a:schemeClr val="tx1"/>
                </a:solidFill>
                <a:latin typeface="+mn-lt"/>
                <a:ea typeface="+mn-ea"/>
                <a:cs typeface="+mn-cs"/>
              </a:rPr>
              <a:t>due to inadequate preparation and support. 	</a:t>
            </a:r>
          </a:p>
          <a:p>
            <a:endParaRPr lang="en-US" dirty="0"/>
          </a:p>
        </p:txBody>
      </p:sp>
      <p:sp>
        <p:nvSpPr>
          <p:cNvPr id="4" name="Slide Number Placeholder 3"/>
          <p:cNvSpPr>
            <a:spLocks noGrp="1"/>
          </p:cNvSpPr>
          <p:nvPr>
            <p:ph type="sldNum" sz="quarter" idx="5"/>
          </p:nvPr>
        </p:nvSpPr>
        <p:spPr/>
        <p:txBody>
          <a:bodyPr/>
          <a:lstStyle/>
          <a:p>
            <a:fld id="{AA7A45A0-4B6A-4835-8BFB-0274B507204E}" type="slidenum">
              <a:rPr lang="en-US" smtClean="0"/>
              <a:t>14</a:t>
            </a:fld>
            <a:endParaRPr lang="en-US" dirty="0"/>
          </a:p>
        </p:txBody>
      </p:sp>
      <p:sp>
        <p:nvSpPr>
          <p:cNvPr id="5" name="Date Placeholder 4">
            <a:extLst>
              <a:ext uri="{FF2B5EF4-FFF2-40B4-BE49-F238E27FC236}">
                <a16:creationId xmlns:a16="http://schemas.microsoft.com/office/drawing/2014/main" id="{4ADD54FC-395D-D9B9-142E-FE590F7669D8}"/>
              </a:ext>
            </a:extLst>
          </p:cNvPr>
          <p:cNvSpPr>
            <a:spLocks noGrp="1"/>
          </p:cNvSpPr>
          <p:nvPr>
            <p:ph type="dt" idx="1"/>
          </p:nvPr>
        </p:nvSpPr>
        <p:spPr/>
        <p:txBody>
          <a:bodyPr/>
          <a:lstStyle/>
          <a:p>
            <a:r>
              <a:rPr lang="en-US" dirty="0"/>
              <a:t>January 26, 2023</a:t>
            </a:r>
          </a:p>
        </p:txBody>
      </p:sp>
      <p:sp>
        <p:nvSpPr>
          <p:cNvPr id="6" name="Footer Placeholder 5">
            <a:extLst>
              <a:ext uri="{FF2B5EF4-FFF2-40B4-BE49-F238E27FC236}">
                <a16:creationId xmlns:a16="http://schemas.microsoft.com/office/drawing/2014/main" id="{45AE6236-9512-6479-ECBF-897C55F5EC31}"/>
              </a:ext>
            </a:extLst>
          </p:cNvPr>
          <p:cNvSpPr>
            <a:spLocks noGrp="1"/>
          </p:cNvSpPr>
          <p:nvPr>
            <p:ph type="ftr" sz="quarter" idx="4"/>
          </p:nvPr>
        </p:nvSpPr>
        <p:spPr/>
        <p:txBody>
          <a:bodyPr/>
          <a:lstStyle/>
          <a:p>
            <a:r>
              <a:rPr lang="en-US" dirty="0"/>
              <a:t>© Prosci, Inc. All Rights Reserved.</a:t>
            </a:r>
          </a:p>
        </p:txBody>
      </p:sp>
      <p:sp>
        <p:nvSpPr>
          <p:cNvPr id="7" name="Header Placeholder 6">
            <a:extLst>
              <a:ext uri="{FF2B5EF4-FFF2-40B4-BE49-F238E27FC236}">
                <a16:creationId xmlns:a16="http://schemas.microsoft.com/office/drawing/2014/main" id="{4265FED2-81C0-2890-AF57-B82F6921A092}"/>
              </a:ext>
            </a:extLst>
          </p:cNvPr>
          <p:cNvSpPr>
            <a:spLocks noGrp="1"/>
          </p:cNvSpPr>
          <p:nvPr>
            <p:ph type="hdr" sz="quarter"/>
          </p:nvPr>
        </p:nvSpPr>
        <p:spPr/>
        <p:txBody>
          <a:bodyPr/>
          <a:lstStyle/>
          <a:p>
            <a:r>
              <a:rPr lang="en-CA" dirty="0"/>
              <a:t>Introduction to the Prosci ADKAR Model</a:t>
            </a:r>
          </a:p>
        </p:txBody>
      </p:sp>
    </p:spTree>
    <p:extLst>
      <p:ext uri="{BB962C8B-B14F-4D97-AF65-F5344CB8AC3E}">
        <p14:creationId xmlns:p14="http://schemas.microsoft.com/office/powerpoint/2010/main" val="25236216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9425" y="1279525"/>
            <a:ext cx="6140450" cy="3454400"/>
          </a:xfrm>
        </p:spPr>
      </p:sp>
      <p:sp>
        <p:nvSpPr>
          <p:cNvPr id="3" name="Notes Placeholder 2"/>
          <p:cNvSpPr>
            <a:spLocks noGrp="1"/>
          </p:cNvSpPr>
          <p:nvPr>
            <p:ph type="body" idx="1"/>
            <p:custDataLst>
              <p:tags r:id="rId1"/>
            </p:custDataLst>
          </p:nvPr>
        </p:nvSpPr>
        <p:spPr>
          <a:xfrm>
            <a:off x="806450" y="4980214"/>
            <a:ext cx="5486400" cy="3600450"/>
          </a:xfrm>
        </p:spPr>
        <p:txBody>
          <a:bodyPr/>
          <a:lstStyle/>
          <a:p>
            <a:pPr marL="180000" indent="-18000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Organizational change requires individual change. </a:t>
            </a:r>
          </a:p>
          <a:p>
            <a:pPr marL="180000" indent="-18000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Change may happen with one person, five people, 20 people, or 1,000 people. Regardless of the total number of people impacted by a </a:t>
            </a:r>
            <a:r>
              <a:rPr lang="en-US" dirty="0"/>
              <a:t>change, every one of them n</a:t>
            </a:r>
            <a:r>
              <a:rPr lang="en-US" sz="1200" kern="1200" dirty="0">
                <a:solidFill>
                  <a:schemeClr val="tx1"/>
                </a:solidFill>
                <a:latin typeface="+mn-lt"/>
                <a:ea typeface="+mn-ea"/>
                <a:cs typeface="+mn-cs"/>
              </a:rPr>
              <a:t>eeds to successfully transition through the five elements of the ADKAR to be able to adopt and use the change. 	</a:t>
            </a:r>
          </a:p>
          <a:p>
            <a:endParaRPr lang="en-US" dirty="0"/>
          </a:p>
        </p:txBody>
      </p:sp>
      <p:sp>
        <p:nvSpPr>
          <p:cNvPr id="4" name="Slide Number Placeholder 3"/>
          <p:cNvSpPr>
            <a:spLocks noGrp="1"/>
          </p:cNvSpPr>
          <p:nvPr>
            <p:ph type="sldNum" sz="quarter" idx="10"/>
          </p:nvPr>
        </p:nvSpPr>
        <p:spPr/>
        <p:txBody>
          <a:bodyPr/>
          <a:lstStyle/>
          <a:p>
            <a:fld id="{184C524F-A399-4AD4-BD9E-D179EADAE313}" type="slidenum">
              <a:rPr lang="en-US" smtClean="0"/>
              <a:t>15</a:t>
            </a:fld>
            <a:endParaRPr lang="en-US" dirty="0"/>
          </a:p>
        </p:txBody>
      </p:sp>
      <p:sp>
        <p:nvSpPr>
          <p:cNvPr id="5" name="Date Placeholder 4">
            <a:extLst>
              <a:ext uri="{FF2B5EF4-FFF2-40B4-BE49-F238E27FC236}">
                <a16:creationId xmlns:a16="http://schemas.microsoft.com/office/drawing/2014/main" id="{F3B8DA86-5E33-988F-C4CE-E33CDAFCFBE3}"/>
              </a:ext>
            </a:extLst>
          </p:cNvPr>
          <p:cNvSpPr>
            <a:spLocks noGrp="1"/>
          </p:cNvSpPr>
          <p:nvPr>
            <p:ph type="dt" idx="1"/>
          </p:nvPr>
        </p:nvSpPr>
        <p:spPr/>
        <p:txBody>
          <a:bodyPr/>
          <a:lstStyle/>
          <a:p>
            <a:r>
              <a:rPr lang="en-US" dirty="0"/>
              <a:t>January 26, 2023</a:t>
            </a:r>
          </a:p>
        </p:txBody>
      </p:sp>
      <p:sp>
        <p:nvSpPr>
          <p:cNvPr id="6" name="Footer Placeholder 5">
            <a:extLst>
              <a:ext uri="{FF2B5EF4-FFF2-40B4-BE49-F238E27FC236}">
                <a16:creationId xmlns:a16="http://schemas.microsoft.com/office/drawing/2014/main" id="{423FE310-BE90-9AC5-3CDB-42BEC5FEF4BB}"/>
              </a:ext>
            </a:extLst>
          </p:cNvPr>
          <p:cNvSpPr>
            <a:spLocks noGrp="1"/>
          </p:cNvSpPr>
          <p:nvPr>
            <p:ph type="ftr" sz="quarter" idx="4"/>
          </p:nvPr>
        </p:nvSpPr>
        <p:spPr/>
        <p:txBody>
          <a:bodyPr/>
          <a:lstStyle/>
          <a:p>
            <a:r>
              <a:rPr lang="en-US" dirty="0"/>
              <a:t>© Prosci, Inc. All Rights Reserved.</a:t>
            </a:r>
          </a:p>
        </p:txBody>
      </p:sp>
      <p:sp>
        <p:nvSpPr>
          <p:cNvPr id="7" name="Header Placeholder 6">
            <a:extLst>
              <a:ext uri="{FF2B5EF4-FFF2-40B4-BE49-F238E27FC236}">
                <a16:creationId xmlns:a16="http://schemas.microsoft.com/office/drawing/2014/main" id="{9F193970-D19B-2491-D2B2-4A54B771B04D}"/>
              </a:ext>
            </a:extLst>
          </p:cNvPr>
          <p:cNvSpPr>
            <a:spLocks noGrp="1"/>
          </p:cNvSpPr>
          <p:nvPr>
            <p:ph type="hdr" sz="quarter"/>
          </p:nvPr>
        </p:nvSpPr>
        <p:spPr/>
        <p:txBody>
          <a:bodyPr/>
          <a:lstStyle/>
          <a:p>
            <a:r>
              <a:rPr lang="en-CA" dirty="0"/>
              <a:t>Introduction to the Prosci ADKAR Model</a:t>
            </a:r>
          </a:p>
        </p:txBody>
      </p:sp>
    </p:spTree>
    <p:extLst>
      <p:ext uri="{BB962C8B-B14F-4D97-AF65-F5344CB8AC3E}">
        <p14:creationId xmlns:p14="http://schemas.microsoft.com/office/powerpoint/2010/main" val="33445122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0000" indent="-18000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An effective analogy to use to explain this slide is to ask the stakeholders to imagine the start of a marathon involving thousands of runners. </a:t>
            </a:r>
          </a:p>
          <a:p>
            <a:pPr marL="180000" indent="-18000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The fastest runners are positioned at the head of the pack and are off and running as soon as the starting gun is fired. </a:t>
            </a:r>
          </a:p>
          <a:p>
            <a:pPr marL="180000" indent="-18000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Runners in the middle of the pack may not start moving for a few minutes. </a:t>
            </a:r>
          </a:p>
          <a:p>
            <a:pPr marL="180000" indent="-18000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Runners at the back of the pack may have to wait a considerable amount of time before they can begin to move. </a:t>
            </a:r>
          </a:p>
          <a:p>
            <a:pPr marL="0" indent="0" algn="l" defTabSz="914400" rtl="0" eaLnBrk="1" latinLnBrk="0" hangingPunct="1">
              <a:buFont typeface="Arial" panose="020B0604020202020204" pitchFamily="34" charset="0"/>
              <a:buNone/>
            </a:pPr>
            <a:r>
              <a:rPr lang="en-US" sz="1200" b="1" kern="1200" dirty="0">
                <a:solidFill>
                  <a:schemeClr val="tx1"/>
                </a:solidFill>
                <a:latin typeface="+mn-lt"/>
                <a:ea typeface="+mn-ea"/>
                <a:cs typeface="+mn-cs"/>
              </a:rPr>
              <a:t>Questions for Discussion</a:t>
            </a:r>
          </a:p>
          <a:p>
            <a:pPr marL="180000" indent="-180000"/>
            <a:r>
              <a:rPr lang="en-US" dirty="0"/>
              <a:t>Choose one of the personas on the slide and ask: </a:t>
            </a:r>
          </a:p>
          <a:p>
            <a:pPr marL="367325" lvl="1" indent="-180000"/>
            <a:r>
              <a:rPr lang="en-US" dirty="0"/>
              <a:t>What factors might be contributing to the pace of change for this individual? </a:t>
            </a:r>
          </a:p>
          <a:p>
            <a:pPr marL="180000" indent="-180000"/>
            <a:r>
              <a:rPr lang="en-US" dirty="0"/>
              <a:t>What other factors can contribute to people changing at different paces? </a:t>
            </a:r>
          </a:p>
        </p:txBody>
      </p:sp>
      <p:sp>
        <p:nvSpPr>
          <p:cNvPr id="4" name="Slide Number Placeholder 3"/>
          <p:cNvSpPr>
            <a:spLocks noGrp="1"/>
          </p:cNvSpPr>
          <p:nvPr>
            <p:ph type="sldNum" sz="quarter" idx="5"/>
          </p:nvPr>
        </p:nvSpPr>
        <p:spPr/>
        <p:txBody>
          <a:bodyPr/>
          <a:lstStyle/>
          <a:p>
            <a:fld id="{AA7A45A0-4B6A-4835-8BFB-0274B507204E}" type="slidenum">
              <a:rPr lang="en-US" smtClean="0"/>
              <a:t>16</a:t>
            </a:fld>
            <a:endParaRPr lang="en-US" dirty="0"/>
          </a:p>
        </p:txBody>
      </p:sp>
      <p:sp>
        <p:nvSpPr>
          <p:cNvPr id="5" name="Date Placeholder 4">
            <a:extLst>
              <a:ext uri="{FF2B5EF4-FFF2-40B4-BE49-F238E27FC236}">
                <a16:creationId xmlns:a16="http://schemas.microsoft.com/office/drawing/2014/main" id="{BB455336-B8C6-CF4C-1C28-7B7CDE37B9AD}"/>
              </a:ext>
            </a:extLst>
          </p:cNvPr>
          <p:cNvSpPr>
            <a:spLocks noGrp="1"/>
          </p:cNvSpPr>
          <p:nvPr>
            <p:ph type="dt" idx="1"/>
          </p:nvPr>
        </p:nvSpPr>
        <p:spPr/>
        <p:txBody>
          <a:bodyPr/>
          <a:lstStyle/>
          <a:p>
            <a:r>
              <a:rPr lang="en-US" dirty="0"/>
              <a:t>January 26, 2023</a:t>
            </a:r>
          </a:p>
        </p:txBody>
      </p:sp>
      <p:sp>
        <p:nvSpPr>
          <p:cNvPr id="6" name="Footer Placeholder 5">
            <a:extLst>
              <a:ext uri="{FF2B5EF4-FFF2-40B4-BE49-F238E27FC236}">
                <a16:creationId xmlns:a16="http://schemas.microsoft.com/office/drawing/2014/main" id="{8E68D851-4656-4001-0BE2-FE7E92134364}"/>
              </a:ext>
            </a:extLst>
          </p:cNvPr>
          <p:cNvSpPr>
            <a:spLocks noGrp="1"/>
          </p:cNvSpPr>
          <p:nvPr>
            <p:ph type="ftr" sz="quarter" idx="4"/>
          </p:nvPr>
        </p:nvSpPr>
        <p:spPr/>
        <p:txBody>
          <a:bodyPr/>
          <a:lstStyle/>
          <a:p>
            <a:r>
              <a:rPr lang="en-US" dirty="0"/>
              <a:t>© Prosci, Inc. All Rights Reserved.</a:t>
            </a:r>
          </a:p>
        </p:txBody>
      </p:sp>
      <p:sp>
        <p:nvSpPr>
          <p:cNvPr id="7" name="Header Placeholder 6">
            <a:extLst>
              <a:ext uri="{FF2B5EF4-FFF2-40B4-BE49-F238E27FC236}">
                <a16:creationId xmlns:a16="http://schemas.microsoft.com/office/drawing/2014/main" id="{E4F9107B-F5FF-FA5B-638B-BA40DB2483E3}"/>
              </a:ext>
            </a:extLst>
          </p:cNvPr>
          <p:cNvSpPr>
            <a:spLocks noGrp="1"/>
          </p:cNvSpPr>
          <p:nvPr>
            <p:ph type="hdr" sz="quarter"/>
          </p:nvPr>
        </p:nvSpPr>
        <p:spPr/>
        <p:txBody>
          <a:bodyPr/>
          <a:lstStyle/>
          <a:p>
            <a:r>
              <a:rPr lang="en-CA" dirty="0"/>
              <a:t>Introduction to the Prosci ADKAR Model</a:t>
            </a:r>
          </a:p>
        </p:txBody>
      </p:sp>
    </p:spTree>
    <p:extLst>
      <p:ext uri="{BB962C8B-B14F-4D97-AF65-F5344CB8AC3E}">
        <p14:creationId xmlns:p14="http://schemas.microsoft.com/office/powerpoint/2010/main" val="36459501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b="1" dirty="0"/>
              <a:t>Engagement Activity (Optional)</a:t>
            </a:r>
          </a:p>
          <a:p>
            <a:pPr marL="180000" indent="-180000" defTabSz="952843">
              <a:defRPr/>
            </a:pPr>
            <a:r>
              <a:rPr lang="en-US" dirty="0"/>
              <a:t>Choose one or more of the suggested questions or develop your own question(s) to engage your participants in a deeper discussion of the ADKAR Model.  </a:t>
            </a:r>
          </a:p>
          <a:p>
            <a:pPr marL="0" indent="0" defTabSz="952843">
              <a:buNone/>
              <a:defRPr/>
            </a:pPr>
            <a:r>
              <a:rPr lang="en-US" b="1" dirty="0"/>
              <a:t>Facilitation Tip(s)</a:t>
            </a:r>
          </a:p>
          <a:p>
            <a:pPr marL="180000" indent="-180000"/>
            <a:r>
              <a:rPr lang="en-US" dirty="0"/>
              <a:t>Facilitation options include:</a:t>
            </a:r>
          </a:p>
          <a:p>
            <a:pPr lvl="1" indent="-180000">
              <a:defRPr/>
            </a:pPr>
            <a:r>
              <a:rPr lang="en-US" dirty="0"/>
              <a:t>Large group discussion of one question</a:t>
            </a:r>
          </a:p>
          <a:p>
            <a:pPr lvl="1" indent="-180000">
              <a:defRPr/>
            </a:pPr>
            <a:r>
              <a:rPr lang="en-US" dirty="0"/>
              <a:t>Breakout into small groups and have each group discuss an assigned or selected question. Debrief the discussions as a large group.</a:t>
            </a:r>
          </a:p>
          <a:p>
            <a:endParaRPr lang="en-US" dirty="0"/>
          </a:p>
        </p:txBody>
      </p:sp>
      <p:sp>
        <p:nvSpPr>
          <p:cNvPr id="8" name="Slide Number Placeholder 3">
            <a:extLst>
              <a:ext uri="{FF2B5EF4-FFF2-40B4-BE49-F238E27FC236}">
                <a16:creationId xmlns:a16="http://schemas.microsoft.com/office/drawing/2014/main" id="{D2211764-44BE-47DC-9827-26CE33F60A0A}"/>
              </a:ext>
            </a:extLst>
          </p:cNvPr>
          <p:cNvSpPr>
            <a:spLocks noGrp="1"/>
          </p:cNvSpPr>
          <p:nvPr>
            <p:ph type="sldNum" sz="quarter" idx="5"/>
          </p:nvPr>
        </p:nvSpPr>
        <p:spPr>
          <a:xfrm>
            <a:off x="4023093" y="8917423"/>
            <a:ext cx="3077739" cy="471053"/>
          </a:xfrm>
        </p:spPr>
        <p:txBody>
          <a:bodyPr/>
          <a:lstStyle/>
          <a:p>
            <a:fld id="{AA7A45A0-4B6A-4835-8BFB-0274B507204E}" type="slidenum">
              <a:rPr lang="en-US" smtClean="0"/>
              <a:t>17</a:t>
            </a:fld>
            <a:endParaRPr lang="en-US" dirty="0"/>
          </a:p>
        </p:txBody>
      </p:sp>
      <p:sp>
        <p:nvSpPr>
          <p:cNvPr id="9" name="Date Placeholder 4">
            <a:extLst>
              <a:ext uri="{FF2B5EF4-FFF2-40B4-BE49-F238E27FC236}">
                <a16:creationId xmlns:a16="http://schemas.microsoft.com/office/drawing/2014/main" id="{A12B360D-6C15-40AE-A498-1C80E9534EEA}"/>
              </a:ext>
            </a:extLst>
          </p:cNvPr>
          <p:cNvSpPr>
            <a:spLocks noGrp="1"/>
          </p:cNvSpPr>
          <p:nvPr>
            <p:ph type="dt" idx="1"/>
          </p:nvPr>
        </p:nvSpPr>
        <p:spPr>
          <a:xfrm>
            <a:off x="4023093" y="0"/>
            <a:ext cx="3077739" cy="471054"/>
          </a:xfrm>
        </p:spPr>
        <p:txBody>
          <a:bodyPr/>
          <a:lstStyle/>
          <a:p>
            <a:fld id="{9E4E4445-1FED-4812-9E6D-0727191FDA87}" type="datetime4">
              <a:rPr lang="en-US" smtClean="0"/>
              <a:t>March 13, 2023</a:t>
            </a:fld>
            <a:endParaRPr lang="en-US" dirty="0"/>
          </a:p>
        </p:txBody>
      </p:sp>
      <p:sp>
        <p:nvSpPr>
          <p:cNvPr id="10" name="Header Placeholder 6">
            <a:extLst>
              <a:ext uri="{FF2B5EF4-FFF2-40B4-BE49-F238E27FC236}">
                <a16:creationId xmlns:a16="http://schemas.microsoft.com/office/drawing/2014/main" id="{6E48D5AB-90ED-4440-BE3B-EEEE874E3D94}"/>
              </a:ext>
            </a:extLst>
          </p:cNvPr>
          <p:cNvSpPr>
            <a:spLocks noGrp="1"/>
          </p:cNvSpPr>
          <p:nvPr>
            <p:ph type="hdr" sz="quarter"/>
          </p:nvPr>
        </p:nvSpPr>
        <p:spPr>
          <a:xfrm>
            <a:off x="0" y="0"/>
            <a:ext cx="3077739" cy="471054"/>
          </a:xfrm>
          <a:prstGeom prst="rect">
            <a:avLst/>
          </a:prstGeom>
        </p:spPr>
        <p:txBody>
          <a:bodyPr/>
          <a:lstStyle/>
          <a:p>
            <a:r>
              <a:rPr lang="en-US" dirty="0"/>
              <a:t>PCT Assessment Activity</a:t>
            </a:r>
          </a:p>
        </p:txBody>
      </p:sp>
      <p:sp>
        <p:nvSpPr>
          <p:cNvPr id="4" name="Footer Placeholder 3">
            <a:extLst>
              <a:ext uri="{FF2B5EF4-FFF2-40B4-BE49-F238E27FC236}">
                <a16:creationId xmlns:a16="http://schemas.microsoft.com/office/drawing/2014/main" id="{007D96D7-7F24-29CF-A25D-D9F6B5071AF6}"/>
              </a:ext>
            </a:extLst>
          </p:cNvPr>
          <p:cNvSpPr>
            <a:spLocks noGrp="1"/>
          </p:cNvSpPr>
          <p:nvPr>
            <p:ph type="ftr" sz="quarter" idx="4"/>
          </p:nvPr>
        </p:nvSpPr>
        <p:spPr/>
        <p:txBody>
          <a:bodyPr/>
          <a:lstStyle/>
          <a:p>
            <a:r>
              <a:rPr lang="en-US" dirty="0"/>
              <a:t>© Prosci, Inc. All Rights Reserved.</a:t>
            </a:r>
          </a:p>
        </p:txBody>
      </p:sp>
    </p:spTree>
    <p:extLst>
      <p:ext uri="{BB962C8B-B14F-4D97-AF65-F5344CB8AC3E}">
        <p14:creationId xmlns:p14="http://schemas.microsoft.com/office/powerpoint/2010/main" val="16392266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0000" indent="-180000">
              <a:buFont typeface="Arial" panose="020B0604020202020204" pitchFamily="34" charset="0"/>
              <a:buChar char="•"/>
            </a:pPr>
            <a:r>
              <a:rPr lang="en-US" dirty="0"/>
              <a:t>This is an optional slide that describes the most typical uses cases for the ADKAR Model.</a:t>
            </a:r>
          </a:p>
        </p:txBody>
      </p:sp>
      <p:sp>
        <p:nvSpPr>
          <p:cNvPr id="4" name="Slide Number Placeholder 3"/>
          <p:cNvSpPr>
            <a:spLocks noGrp="1"/>
          </p:cNvSpPr>
          <p:nvPr>
            <p:ph type="sldNum" sz="quarter" idx="5"/>
          </p:nvPr>
        </p:nvSpPr>
        <p:spPr/>
        <p:txBody>
          <a:bodyPr/>
          <a:lstStyle/>
          <a:p>
            <a:fld id="{4E222E96-25AE-470D-BABB-D4D6B6F4A576}" type="slidenum">
              <a:rPr lang="en-US" smtClean="0"/>
              <a:t>18</a:t>
            </a:fld>
            <a:endParaRPr lang="en-US" dirty="0"/>
          </a:p>
        </p:txBody>
      </p:sp>
      <p:sp>
        <p:nvSpPr>
          <p:cNvPr id="5" name="Date Placeholder 4">
            <a:extLst>
              <a:ext uri="{FF2B5EF4-FFF2-40B4-BE49-F238E27FC236}">
                <a16:creationId xmlns:a16="http://schemas.microsoft.com/office/drawing/2014/main" id="{EE30821A-A131-1099-4554-0C338C51A4E0}"/>
              </a:ext>
            </a:extLst>
          </p:cNvPr>
          <p:cNvSpPr>
            <a:spLocks noGrp="1"/>
          </p:cNvSpPr>
          <p:nvPr>
            <p:ph type="dt" idx="1"/>
          </p:nvPr>
        </p:nvSpPr>
        <p:spPr/>
        <p:txBody>
          <a:bodyPr/>
          <a:lstStyle/>
          <a:p>
            <a:r>
              <a:rPr lang="en-US" dirty="0"/>
              <a:t>January 26, 2023</a:t>
            </a:r>
          </a:p>
        </p:txBody>
      </p:sp>
      <p:sp>
        <p:nvSpPr>
          <p:cNvPr id="6" name="Footer Placeholder 5">
            <a:extLst>
              <a:ext uri="{FF2B5EF4-FFF2-40B4-BE49-F238E27FC236}">
                <a16:creationId xmlns:a16="http://schemas.microsoft.com/office/drawing/2014/main" id="{B3009BD0-BF59-D1A8-81B2-5EFED71ED06E}"/>
              </a:ext>
            </a:extLst>
          </p:cNvPr>
          <p:cNvSpPr>
            <a:spLocks noGrp="1"/>
          </p:cNvSpPr>
          <p:nvPr>
            <p:ph type="ftr" sz="quarter" idx="4"/>
          </p:nvPr>
        </p:nvSpPr>
        <p:spPr/>
        <p:txBody>
          <a:bodyPr/>
          <a:lstStyle/>
          <a:p>
            <a:r>
              <a:rPr lang="en-US" dirty="0"/>
              <a:t>© Prosci, Inc. All Rights Reserved.</a:t>
            </a:r>
          </a:p>
        </p:txBody>
      </p:sp>
      <p:sp>
        <p:nvSpPr>
          <p:cNvPr id="7" name="Header Placeholder 6">
            <a:extLst>
              <a:ext uri="{FF2B5EF4-FFF2-40B4-BE49-F238E27FC236}">
                <a16:creationId xmlns:a16="http://schemas.microsoft.com/office/drawing/2014/main" id="{271CDA86-3752-B84D-4310-7DE70E9F8F20}"/>
              </a:ext>
            </a:extLst>
          </p:cNvPr>
          <p:cNvSpPr>
            <a:spLocks noGrp="1"/>
          </p:cNvSpPr>
          <p:nvPr>
            <p:ph type="hdr" sz="quarter"/>
          </p:nvPr>
        </p:nvSpPr>
        <p:spPr/>
        <p:txBody>
          <a:bodyPr/>
          <a:lstStyle/>
          <a:p>
            <a:r>
              <a:rPr lang="en-CA" dirty="0"/>
              <a:t>Introduction to the Prosci ADKAR Model</a:t>
            </a:r>
          </a:p>
        </p:txBody>
      </p:sp>
    </p:spTree>
    <p:extLst>
      <p:ext uri="{BB962C8B-B14F-4D97-AF65-F5344CB8AC3E}">
        <p14:creationId xmlns:p14="http://schemas.microsoft.com/office/powerpoint/2010/main" val="38386771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AA7A45A0-4B6A-4835-8BFB-0274B507204E}" type="slidenum">
              <a:rPr lang="en-US" smtClean="0"/>
              <a:t>19</a:t>
            </a:fld>
            <a:endParaRPr lang="en-US" dirty="0"/>
          </a:p>
        </p:txBody>
      </p:sp>
      <p:sp>
        <p:nvSpPr>
          <p:cNvPr id="5" name="Date Placeholder 4">
            <a:extLst>
              <a:ext uri="{FF2B5EF4-FFF2-40B4-BE49-F238E27FC236}">
                <a16:creationId xmlns:a16="http://schemas.microsoft.com/office/drawing/2014/main" id="{4DF8E7E3-9486-C6F7-62C6-732463A6940E}"/>
              </a:ext>
            </a:extLst>
          </p:cNvPr>
          <p:cNvSpPr>
            <a:spLocks noGrp="1"/>
          </p:cNvSpPr>
          <p:nvPr>
            <p:ph type="dt" idx="1"/>
          </p:nvPr>
        </p:nvSpPr>
        <p:spPr/>
        <p:txBody>
          <a:bodyPr/>
          <a:lstStyle/>
          <a:p>
            <a:r>
              <a:rPr lang="en-US" dirty="0"/>
              <a:t>January 26, 2023</a:t>
            </a:r>
          </a:p>
        </p:txBody>
      </p:sp>
      <p:sp>
        <p:nvSpPr>
          <p:cNvPr id="6" name="Footer Placeholder 5">
            <a:extLst>
              <a:ext uri="{FF2B5EF4-FFF2-40B4-BE49-F238E27FC236}">
                <a16:creationId xmlns:a16="http://schemas.microsoft.com/office/drawing/2014/main" id="{CF3FDE73-30D4-C925-A8DE-C30107A45A6D}"/>
              </a:ext>
            </a:extLst>
          </p:cNvPr>
          <p:cNvSpPr>
            <a:spLocks noGrp="1"/>
          </p:cNvSpPr>
          <p:nvPr>
            <p:ph type="ftr" sz="quarter" idx="4"/>
          </p:nvPr>
        </p:nvSpPr>
        <p:spPr/>
        <p:txBody>
          <a:bodyPr/>
          <a:lstStyle/>
          <a:p>
            <a:r>
              <a:rPr lang="en-US" dirty="0"/>
              <a:t>© Prosci, Inc. All Rights Reserved.</a:t>
            </a:r>
          </a:p>
        </p:txBody>
      </p:sp>
      <p:sp>
        <p:nvSpPr>
          <p:cNvPr id="7" name="Header Placeholder 6">
            <a:extLst>
              <a:ext uri="{FF2B5EF4-FFF2-40B4-BE49-F238E27FC236}">
                <a16:creationId xmlns:a16="http://schemas.microsoft.com/office/drawing/2014/main" id="{538A79E8-E0A9-01AA-9007-061D964CFA8E}"/>
              </a:ext>
            </a:extLst>
          </p:cNvPr>
          <p:cNvSpPr>
            <a:spLocks noGrp="1"/>
          </p:cNvSpPr>
          <p:nvPr>
            <p:ph type="hdr" sz="quarter"/>
          </p:nvPr>
        </p:nvSpPr>
        <p:spPr/>
        <p:txBody>
          <a:bodyPr/>
          <a:lstStyle/>
          <a:p>
            <a:r>
              <a:rPr lang="en-CA" dirty="0"/>
              <a:t>Introduction to the Prosci ADKAR Model</a:t>
            </a:r>
          </a:p>
        </p:txBody>
      </p:sp>
    </p:spTree>
    <p:extLst>
      <p:ext uri="{BB962C8B-B14F-4D97-AF65-F5344CB8AC3E}">
        <p14:creationId xmlns:p14="http://schemas.microsoft.com/office/powerpoint/2010/main" val="330648157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Prosci + Client Logo - Title Slide 2">
    <p:bg>
      <p:bgPr>
        <a:solidFill>
          <a:schemeClr val="bg1"/>
        </a:solidFill>
        <a:effectLst/>
      </p:bgPr>
    </p:bg>
    <p:spTree>
      <p:nvGrpSpPr>
        <p:cNvPr id="1" name=""/>
        <p:cNvGrpSpPr/>
        <p:nvPr/>
      </p:nvGrpSpPr>
      <p:grpSpPr>
        <a:xfrm>
          <a:off x="0" y="0"/>
          <a:ext cx="0" cy="0"/>
          <a:chOff x="0" y="0"/>
          <a:chExt cx="0" cy="0"/>
        </a:xfrm>
      </p:grpSpPr>
      <p:pic>
        <p:nvPicPr>
          <p:cNvPr id="59" name="Picture 58" descr="A person sitting at a table using a computer&#10;&#10;Description automatically generated">
            <a:extLst>
              <a:ext uri="{FF2B5EF4-FFF2-40B4-BE49-F238E27FC236}">
                <a16:creationId xmlns:a16="http://schemas.microsoft.com/office/drawing/2014/main" id="{5F61D4BD-59D0-5C42-84B5-7AFAD5391076}"/>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r="-226"/>
          <a:stretch/>
        </p:blipFill>
        <p:spPr>
          <a:xfrm>
            <a:off x="0" y="-1"/>
            <a:ext cx="11269133" cy="6858001"/>
          </a:xfrm>
          <a:prstGeom prst="rect">
            <a:avLst/>
          </a:prstGeom>
        </p:spPr>
      </p:pic>
      <p:sp>
        <p:nvSpPr>
          <p:cNvPr id="57" name="Rectangle 56">
            <a:extLst>
              <a:ext uri="{FF2B5EF4-FFF2-40B4-BE49-F238E27FC236}">
                <a16:creationId xmlns:a16="http://schemas.microsoft.com/office/drawing/2014/main" id="{193F6511-E704-6B4D-9F18-65FB05FC37D7}"/>
              </a:ext>
            </a:extLst>
          </p:cNvPr>
          <p:cNvSpPr/>
          <p:nvPr/>
        </p:nvSpPr>
        <p:spPr>
          <a:xfrm>
            <a:off x="0" y="0"/>
            <a:ext cx="12192000" cy="6858000"/>
          </a:xfrm>
          <a:prstGeom prst="rect">
            <a:avLst/>
          </a:prstGeom>
          <a:solidFill>
            <a:srgbClr val="FCFCFC">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42" name="Freeform 19">
            <a:extLst>
              <a:ext uri="{FF2B5EF4-FFF2-40B4-BE49-F238E27FC236}">
                <a16:creationId xmlns:a16="http://schemas.microsoft.com/office/drawing/2014/main" id="{BABC8825-173C-4D1D-99C9-54B4583CC10F}"/>
              </a:ext>
            </a:extLst>
          </p:cNvPr>
          <p:cNvSpPr/>
          <p:nvPr/>
        </p:nvSpPr>
        <p:spPr>
          <a:xfrm>
            <a:off x="7881930" y="-10654"/>
            <a:ext cx="4316273" cy="6868654"/>
          </a:xfrm>
          <a:custGeom>
            <a:avLst/>
            <a:gdLst>
              <a:gd name="connsiteX0" fmla="*/ 3346903 w 4316273"/>
              <a:gd name="connsiteY0" fmla="*/ 0 h 6868654"/>
              <a:gd name="connsiteX1" fmla="*/ 3346903 w 4316273"/>
              <a:gd name="connsiteY1" fmla="*/ 10654 h 6868654"/>
              <a:gd name="connsiteX2" fmla="*/ 4316273 w 4316273"/>
              <a:gd name="connsiteY2" fmla="*/ 10654 h 6868654"/>
              <a:gd name="connsiteX3" fmla="*/ 4316273 w 4316273"/>
              <a:gd name="connsiteY3" fmla="*/ 6868654 h 6868654"/>
              <a:gd name="connsiteX4" fmla="*/ 3340913 w 4316273"/>
              <a:gd name="connsiteY4" fmla="*/ 6868654 h 6868654"/>
              <a:gd name="connsiteX5" fmla="*/ 3340913 w 4316273"/>
              <a:gd name="connsiteY5" fmla="*/ 6868648 h 6868654"/>
              <a:gd name="connsiteX6" fmla="*/ 0 w 4316273"/>
              <a:gd name="connsiteY6" fmla="*/ 6868648 h 6868654"/>
              <a:gd name="connsiteX7" fmla="*/ 3340913 w 4316273"/>
              <a:gd name="connsiteY7" fmla="*/ 12293 h 6868654"/>
              <a:gd name="connsiteX8" fmla="*/ 3340913 w 4316273"/>
              <a:gd name="connsiteY8" fmla="*/ 10654 h 6868654"/>
              <a:gd name="connsiteX9" fmla="*/ 3341712 w 4316273"/>
              <a:gd name="connsiteY9" fmla="*/ 10654 h 6868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16273" h="6868654">
                <a:moveTo>
                  <a:pt x="3346903" y="0"/>
                </a:moveTo>
                <a:lnTo>
                  <a:pt x="3346903" y="10654"/>
                </a:lnTo>
                <a:lnTo>
                  <a:pt x="4316273" y="10654"/>
                </a:lnTo>
                <a:lnTo>
                  <a:pt x="4316273" y="6868654"/>
                </a:lnTo>
                <a:lnTo>
                  <a:pt x="3340913" y="6868654"/>
                </a:lnTo>
                <a:lnTo>
                  <a:pt x="3340913" y="6868648"/>
                </a:lnTo>
                <a:lnTo>
                  <a:pt x="0" y="6868648"/>
                </a:lnTo>
                <a:lnTo>
                  <a:pt x="3340913" y="12293"/>
                </a:lnTo>
                <a:lnTo>
                  <a:pt x="3340913" y="10654"/>
                </a:lnTo>
                <a:lnTo>
                  <a:pt x="3341712" y="1065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Freeform 23">
            <a:extLst>
              <a:ext uri="{FF2B5EF4-FFF2-40B4-BE49-F238E27FC236}">
                <a16:creationId xmlns:a16="http://schemas.microsoft.com/office/drawing/2014/main" id="{3425A41A-93EC-481F-B080-66AC6961070D}"/>
              </a:ext>
            </a:extLst>
          </p:cNvPr>
          <p:cNvSpPr/>
          <p:nvPr/>
        </p:nvSpPr>
        <p:spPr>
          <a:xfrm>
            <a:off x="8217171" y="0"/>
            <a:ext cx="3983707" cy="6858000"/>
          </a:xfrm>
          <a:custGeom>
            <a:avLst/>
            <a:gdLst>
              <a:gd name="connsiteX0" fmla="*/ 3340240 w 3983707"/>
              <a:gd name="connsiteY0" fmla="*/ 0 h 6858000"/>
              <a:gd name="connsiteX1" fmla="*/ 3983707 w 3983707"/>
              <a:gd name="connsiteY1" fmla="*/ 0 h 6858000"/>
              <a:gd name="connsiteX2" fmla="*/ 3983707 w 3983707"/>
              <a:gd name="connsiteY2" fmla="*/ 6858000 h 6858000"/>
              <a:gd name="connsiteX3" fmla="*/ 3340240 w 3983707"/>
              <a:gd name="connsiteY3" fmla="*/ 6858000 h 6858000"/>
              <a:gd name="connsiteX4" fmla="*/ 3340240 w 3983707"/>
              <a:gd name="connsiteY4" fmla="*/ 6857999 h 6858000"/>
              <a:gd name="connsiteX5" fmla="*/ 0 w 3983707"/>
              <a:gd name="connsiteY5" fmla="*/ 6857999 h 6858000"/>
              <a:gd name="connsiteX6" fmla="*/ 3340240 w 3983707"/>
              <a:gd name="connsiteY6" fmla="*/ 302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83707" h="6858000">
                <a:moveTo>
                  <a:pt x="3340240" y="0"/>
                </a:moveTo>
                <a:lnTo>
                  <a:pt x="3983707" y="0"/>
                </a:lnTo>
                <a:lnTo>
                  <a:pt x="3983707" y="6858000"/>
                </a:lnTo>
                <a:lnTo>
                  <a:pt x="3340240" y="6858000"/>
                </a:lnTo>
                <a:lnTo>
                  <a:pt x="3340240" y="6857999"/>
                </a:lnTo>
                <a:lnTo>
                  <a:pt x="0" y="6857999"/>
                </a:lnTo>
                <a:lnTo>
                  <a:pt x="3340240" y="302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Rectangle 43">
            <a:extLst>
              <a:ext uri="{FF2B5EF4-FFF2-40B4-BE49-F238E27FC236}">
                <a16:creationId xmlns:a16="http://schemas.microsoft.com/office/drawing/2014/main" id="{2A9C1891-59D4-9448-BF6E-7A2CB4364703}"/>
              </a:ext>
            </a:extLst>
          </p:cNvPr>
          <p:cNvSpPr/>
          <p:nvPr/>
        </p:nvSpPr>
        <p:spPr>
          <a:xfrm>
            <a:off x="12254583" y="-2"/>
            <a:ext cx="1149843" cy="5307107"/>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F8023463-B4AD-3944-9046-B881362703F1}"/>
              </a:ext>
            </a:extLst>
          </p:cNvPr>
          <p:cNvSpPr/>
          <p:nvPr/>
        </p:nvSpPr>
        <p:spPr>
          <a:xfrm>
            <a:off x="12373117" y="1592739"/>
            <a:ext cx="4572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TextBox 46">
            <a:extLst>
              <a:ext uri="{FF2B5EF4-FFF2-40B4-BE49-F238E27FC236}">
                <a16:creationId xmlns:a16="http://schemas.microsoft.com/office/drawing/2014/main" id="{BC5A760C-3061-004C-B5C5-2A3AA5A367BC}"/>
              </a:ext>
            </a:extLst>
          </p:cNvPr>
          <p:cNvSpPr txBox="1"/>
          <p:nvPr/>
        </p:nvSpPr>
        <p:spPr>
          <a:xfrm>
            <a:off x="12449532" y="1665417"/>
            <a:ext cx="297882" cy="314980"/>
          </a:xfrm>
          <a:prstGeom prst="rect">
            <a:avLst/>
          </a:prstGeom>
          <a:noFill/>
        </p:spPr>
        <p:txBody>
          <a:bodyPr wrap="square" lIns="0" tIns="0" rIns="0" bIns="0" rtlCol="0">
            <a:noAutofit/>
          </a:bodyPr>
          <a:lstStyle/>
          <a:p>
            <a:r>
              <a:rPr lang="en-US" sz="700" dirty="0">
                <a:solidFill>
                  <a:schemeClr val="bg1"/>
                </a:solidFill>
              </a:rPr>
              <a:t>R: 63</a:t>
            </a:r>
          </a:p>
          <a:p>
            <a:r>
              <a:rPr lang="en-US" sz="700" dirty="0">
                <a:solidFill>
                  <a:schemeClr val="bg1"/>
                </a:solidFill>
              </a:rPr>
              <a:t>G: 72</a:t>
            </a:r>
          </a:p>
          <a:p>
            <a:r>
              <a:rPr lang="en-US" sz="700" dirty="0">
                <a:solidFill>
                  <a:schemeClr val="bg1"/>
                </a:solidFill>
              </a:rPr>
              <a:t>B: 79</a:t>
            </a:r>
          </a:p>
        </p:txBody>
      </p:sp>
      <p:sp>
        <p:nvSpPr>
          <p:cNvPr id="48" name="Rectangle 47">
            <a:extLst>
              <a:ext uri="{FF2B5EF4-FFF2-40B4-BE49-F238E27FC236}">
                <a16:creationId xmlns:a16="http://schemas.microsoft.com/office/drawing/2014/main" id="{101D6887-3CAB-374E-B59C-5B96E79A0C6C}"/>
              </a:ext>
            </a:extLst>
          </p:cNvPr>
          <p:cNvSpPr/>
          <p:nvPr/>
        </p:nvSpPr>
        <p:spPr>
          <a:xfrm>
            <a:off x="12829683" y="1592738"/>
            <a:ext cx="228600" cy="228600"/>
          </a:xfrm>
          <a:prstGeom prst="rect">
            <a:avLst/>
          </a:prstGeom>
          <a:solidFill>
            <a:srgbClr val="7175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Rectangle 48">
            <a:extLst>
              <a:ext uri="{FF2B5EF4-FFF2-40B4-BE49-F238E27FC236}">
                <a16:creationId xmlns:a16="http://schemas.microsoft.com/office/drawing/2014/main" id="{2D1FDA4B-3987-B149-B2F9-A7A542C28A2C}"/>
              </a:ext>
            </a:extLst>
          </p:cNvPr>
          <p:cNvSpPr/>
          <p:nvPr/>
        </p:nvSpPr>
        <p:spPr>
          <a:xfrm>
            <a:off x="13055732" y="1592738"/>
            <a:ext cx="228600" cy="228600"/>
          </a:xfrm>
          <a:prstGeom prst="rect">
            <a:avLst/>
          </a:prstGeom>
          <a:solidFill>
            <a:srgbClr val="9FA2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ectangle 52">
            <a:extLst>
              <a:ext uri="{FF2B5EF4-FFF2-40B4-BE49-F238E27FC236}">
                <a16:creationId xmlns:a16="http://schemas.microsoft.com/office/drawing/2014/main" id="{E85FB009-ADF3-D542-BD3E-8D95E1CB0BCD}"/>
              </a:ext>
            </a:extLst>
          </p:cNvPr>
          <p:cNvSpPr/>
          <p:nvPr/>
        </p:nvSpPr>
        <p:spPr>
          <a:xfrm>
            <a:off x="12829683" y="1821339"/>
            <a:ext cx="228600" cy="228600"/>
          </a:xfrm>
          <a:prstGeom prst="rect">
            <a:avLst/>
          </a:prstGeom>
          <a:solidFill>
            <a:srgbClr val="CFD1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Rectangle 53">
            <a:extLst>
              <a:ext uri="{FF2B5EF4-FFF2-40B4-BE49-F238E27FC236}">
                <a16:creationId xmlns:a16="http://schemas.microsoft.com/office/drawing/2014/main" id="{C6DE2A70-A305-8B41-974A-963C88D7F9F7}"/>
              </a:ext>
            </a:extLst>
          </p:cNvPr>
          <p:cNvSpPr/>
          <p:nvPr/>
        </p:nvSpPr>
        <p:spPr>
          <a:xfrm>
            <a:off x="13055732" y="1821339"/>
            <a:ext cx="228600" cy="228600"/>
          </a:xfrm>
          <a:prstGeom prst="rect">
            <a:avLst/>
          </a:prstGeom>
          <a:solidFill>
            <a:srgbClr val="ECEF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Rectangle 54">
            <a:extLst>
              <a:ext uri="{FF2B5EF4-FFF2-40B4-BE49-F238E27FC236}">
                <a16:creationId xmlns:a16="http://schemas.microsoft.com/office/drawing/2014/main" id="{130A2FA0-0C16-9B4A-88F1-7D8EE907E223}"/>
              </a:ext>
            </a:extLst>
          </p:cNvPr>
          <p:cNvSpPr/>
          <p:nvPr/>
        </p:nvSpPr>
        <p:spPr>
          <a:xfrm>
            <a:off x="12373117" y="604470"/>
            <a:ext cx="457200" cy="457200"/>
          </a:xfrm>
          <a:prstGeom prst="rect">
            <a:avLst/>
          </a:prstGeom>
          <a:solidFill>
            <a:srgbClr val="342A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TextBox 55">
            <a:extLst>
              <a:ext uri="{FF2B5EF4-FFF2-40B4-BE49-F238E27FC236}">
                <a16:creationId xmlns:a16="http://schemas.microsoft.com/office/drawing/2014/main" id="{311DA4B2-00C7-154E-A2D1-36BBEA973926}"/>
              </a:ext>
            </a:extLst>
          </p:cNvPr>
          <p:cNvSpPr txBox="1"/>
          <p:nvPr/>
        </p:nvSpPr>
        <p:spPr>
          <a:xfrm>
            <a:off x="12449532" y="677148"/>
            <a:ext cx="297882" cy="314980"/>
          </a:xfrm>
          <a:prstGeom prst="rect">
            <a:avLst/>
          </a:prstGeom>
          <a:noFill/>
        </p:spPr>
        <p:txBody>
          <a:bodyPr wrap="square" lIns="0" tIns="0" rIns="0" bIns="0" rtlCol="0">
            <a:noAutofit/>
          </a:bodyPr>
          <a:lstStyle/>
          <a:p>
            <a:r>
              <a:rPr lang="en-US" sz="700" dirty="0">
                <a:solidFill>
                  <a:schemeClr val="bg1"/>
                </a:solidFill>
              </a:rPr>
              <a:t>R: 52</a:t>
            </a:r>
          </a:p>
          <a:p>
            <a:r>
              <a:rPr lang="en-US" sz="700" dirty="0">
                <a:solidFill>
                  <a:schemeClr val="bg1"/>
                </a:solidFill>
              </a:rPr>
              <a:t>G: 42</a:t>
            </a:r>
          </a:p>
          <a:p>
            <a:r>
              <a:rPr lang="en-US" sz="700" dirty="0">
                <a:solidFill>
                  <a:schemeClr val="bg1"/>
                </a:solidFill>
              </a:rPr>
              <a:t>B: 134</a:t>
            </a:r>
          </a:p>
        </p:txBody>
      </p:sp>
      <p:sp>
        <p:nvSpPr>
          <p:cNvPr id="89" name="Rectangle 88">
            <a:extLst>
              <a:ext uri="{FF2B5EF4-FFF2-40B4-BE49-F238E27FC236}">
                <a16:creationId xmlns:a16="http://schemas.microsoft.com/office/drawing/2014/main" id="{615085F2-31D8-4D46-ADD3-4E8C6FE69E73}"/>
              </a:ext>
            </a:extLst>
          </p:cNvPr>
          <p:cNvSpPr/>
          <p:nvPr/>
        </p:nvSpPr>
        <p:spPr>
          <a:xfrm>
            <a:off x="12377789" y="2305411"/>
            <a:ext cx="457200" cy="457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 name="TextBox 89">
            <a:extLst>
              <a:ext uri="{FF2B5EF4-FFF2-40B4-BE49-F238E27FC236}">
                <a16:creationId xmlns:a16="http://schemas.microsoft.com/office/drawing/2014/main" id="{F2AADA7B-6AC2-3D4A-93B7-2DBE971C8A4A}"/>
              </a:ext>
            </a:extLst>
          </p:cNvPr>
          <p:cNvSpPr txBox="1"/>
          <p:nvPr/>
        </p:nvSpPr>
        <p:spPr>
          <a:xfrm>
            <a:off x="12375444" y="270921"/>
            <a:ext cx="873195" cy="123111"/>
          </a:xfrm>
          <a:prstGeom prst="rect">
            <a:avLst/>
          </a:prstGeom>
          <a:noFill/>
        </p:spPr>
        <p:txBody>
          <a:bodyPr wrap="square" lIns="0" tIns="0" rIns="0" bIns="0" rtlCol="0">
            <a:spAutoFit/>
          </a:bodyPr>
          <a:lstStyle/>
          <a:p>
            <a:pPr algn="l"/>
            <a:r>
              <a:rPr lang="en-US" sz="800" dirty="0">
                <a:solidFill>
                  <a:schemeClr val="bg1"/>
                </a:solidFill>
              </a:rPr>
              <a:t>Primary Color</a:t>
            </a:r>
          </a:p>
        </p:txBody>
      </p:sp>
      <p:sp>
        <p:nvSpPr>
          <p:cNvPr id="91" name="TextBox 90">
            <a:extLst>
              <a:ext uri="{FF2B5EF4-FFF2-40B4-BE49-F238E27FC236}">
                <a16:creationId xmlns:a16="http://schemas.microsoft.com/office/drawing/2014/main" id="{5E371CF1-091B-F34A-BA83-879F13DF0E45}"/>
              </a:ext>
            </a:extLst>
          </p:cNvPr>
          <p:cNvSpPr txBox="1"/>
          <p:nvPr/>
        </p:nvSpPr>
        <p:spPr>
          <a:xfrm>
            <a:off x="12375444" y="1240112"/>
            <a:ext cx="897343" cy="123111"/>
          </a:xfrm>
          <a:prstGeom prst="rect">
            <a:avLst/>
          </a:prstGeom>
          <a:noFill/>
        </p:spPr>
        <p:txBody>
          <a:bodyPr wrap="square" lIns="0" tIns="0" rIns="0" bIns="0" rtlCol="0">
            <a:spAutoFit/>
          </a:bodyPr>
          <a:lstStyle/>
          <a:p>
            <a:pPr algn="l"/>
            <a:r>
              <a:rPr lang="en-US" sz="800" dirty="0">
                <a:solidFill>
                  <a:schemeClr val="bg1"/>
                </a:solidFill>
              </a:rPr>
              <a:t>Secondary Colors</a:t>
            </a:r>
          </a:p>
        </p:txBody>
      </p:sp>
      <p:sp>
        <p:nvSpPr>
          <p:cNvPr id="92" name="Rectangle 91">
            <a:extLst>
              <a:ext uri="{FF2B5EF4-FFF2-40B4-BE49-F238E27FC236}">
                <a16:creationId xmlns:a16="http://schemas.microsoft.com/office/drawing/2014/main" id="{18C20ECB-2463-974E-8C42-73E12BFCDB36}"/>
              </a:ext>
            </a:extLst>
          </p:cNvPr>
          <p:cNvSpPr/>
          <p:nvPr/>
        </p:nvSpPr>
        <p:spPr>
          <a:xfrm>
            <a:off x="12377789" y="2305411"/>
            <a:ext cx="272809" cy="457200"/>
          </a:xfrm>
          <a:prstGeom prst="rect">
            <a:avLst/>
          </a:prstGeom>
          <a:solidFill>
            <a:srgbClr val="8364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3" name="TextBox 92">
            <a:extLst>
              <a:ext uri="{FF2B5EF4-FFF2-40B4-BE49-F238E27FC236}">
                <a16:creationId xmlns:a16="http://schemas.microsoft.com/office/drawing/2014/main" id="{42B58003-06CA-4C4D-80A2-25600DA29341}"/>
              </a:ext>
            </a:extLst>
          </p:cNvPr>
          <p:cNvSpPr txBox="1"/>
          <p:nvPr/>
        </p:nvSpPr>
        <p:spPr>
          <a:xfrm>
            <a:off x="12300661" y="2367765"/>
            <a:ext cx="493190" cy="410518"/>
          </a:xfrm>
          <a:prstGeom prst="rect">
            <a:avLst/>
          </a:prstGeom>
          <a:noFill/>
        </p:spPr>
        <p:txBody>
          <a:bodyPr wrap="square" rtlCol="0">
            <a:noAutofit/>
          </a:bodyPr>
          <a:lstStyle/>
          <a:p>
            <a:r>
              <a:rPr lang="en-US" sz="700" dirty="0">
                <a:solidFill>
                  <a:schemeClr val="bg1"/>
                </a:solidFill>
              </a:rPr>
              <a:t>R: 131</a:t>
            </a:r>
          </a:p>
          <a:p>
            <a:r>
              <a:rPr lang="en-US" sz="700" dirty="0">
                <a:solidFill>
                  <a:schemeClr val="bg1"/>
                </a:solidFill>
              </a:rPr>
              <a:t>G: 100</a:t>
            </a:r>
          </a:p>
          <a:p>
            <a:r>
              <a:rPr lang="en-US" sz="700" dirty="0">
                <a:solidFill>
                  <a:schemeClr val="bg1"/>
                </a:solidFill>
              </a:rPr>
              <a:t>B: 52</a:t>
            </a:r>
          </a:p>
        </p:txBody>
      </p:sp>
      <p:sp>
        <p:nvSpPr>
          <p:cNvPr id="94" name="TextBox 93">
            <a:extLst>
              <a:ext uri="{FF2B5EF4-FFF2-40B4-BE49-F238E27FC236}">
                <a16:creationId xmlns:a16="http://schemas.microsoft.com/office/drawing/2014/main" id="{720E2A71-73B8-D844-AACF-3682DD41E1D3}"/>
              </a:ext>
            </a:extLst>
          </p:cNvPr>
          <p:cNvSpPr txBox="1"/>
          <p:nvPr/>
        </p:nvSpPr>
        <p:spPr>
          <a:xfrm>
            <a:off x="12587454" y="2367765"/>
            <a:ext cx="351714" cy="410518"/>
          </a:xfrm>
          <a:prstGeom prst="rect">
            <a:avLst/>
          </a:prstGeom>
          <a:noFill/>
        </p:spPr>
        <p:txBody>
          <a:bodyPr wrap="square" rtlCol="0">
            <a:noAutofit/>
          </a:bodyPr>
          <a:lstStyle/>
          <a:p>
            <a:r>
              <a:rPr lang="en-US" sz="700" dirty="0">
                <a:solidFill>
                  <a:schemeClr val="bg1"/>
                </a:solidFill>
              </a:rPr>
              <a:t>181</a:t>
            </a:r>
          </a:p>
          <a:p>
            <a:r>
              <a:rPr lang="en-US" sz="700" dirty="0">
                <a:solidFill>
                  <a:schemeClr val="bg1"/>
                </a:solidFill>
              </a:rPr>
              <a:t>147</a:t>
            </a:r>
          </a:p>
          <a:p>
            <a:r>
              <a:rPr lang="en-US" sz="700" dirty="0">
                <a:solidFill>
                  <a:schemeClr val="bg1"/>
                </a:solidFill>
              </a:rPr>
              <a:t>98</a:t>
            </a:r>
          </a:p>
        </p:txBody>
      </p:sp>
      <p:sp>
        <p:nvSpPr>
          <p:cNvPr id="95" name="TextBox 94">
            <a:extLst>
              <a:ext uri="{FF2B5EF4-FFF2-40B4-BE49-F238E27FC236}">
                <a16:creationId xmlns:a16="http://schemas.microsoft.com/office/drawing/2014/main" id="{1224EC2D-DF98-1844-B8C6-0C9E2B5204BB}"/>
              </a:ext>
            </a:extLst>
          </p:cNvPr>
          <p:cNvSpPr txBox="1"/>
          <p:nvPr/>
        </p:nvSpPr>
        <p:spPr>
          <a:xfrm>
            <a:off x="12256911" y="0"/>
            <a:ext cx="1059461" cy="215444"/>
          </a:xfrm>
          <a:prstGeom prst="rect">
            <a:avLst/>
          </a:prstGeom>
          <a:noFill/>
        </p:spPr>
        <p:txBody>
          <a:bodyPr wrap="square" rtlCol="0">
            <a:spAutoFit/>
          </a:bodyPr>
          <a:lstStyle/>
          <a:p>
            <a:pPr algn="l"/>
            <a:r>
              <a:rPr lang="en-US" sz="800" dirty="0">
                <a:solidFill>
                  <a:schemeClr val="bg1"/>
                </a:solidFill>
              </a:rPr>
              <a:t>Prosci Color Library</a:t>
            </a:r>
          </a:p>
        </p:txBody>
      </p:sp>
      <p:sp>
        <p:nvSpPr>
          <p:cNvPr id="96" name="Rectangle 95">
            <a:extLst>
              <a:ext uri="{FF2B5EF4-FFF2-40B4-BE49-F238E27FC236}">
                <a16:creationId xmlns:a16="http://schemas.microsoft.com/office/drawing/2014/main" id="{D75CA531-B403-1042-9BD5-78D1C2DE106A}"/>
              </a:ext>
            </a:extLst>
          </p:cNvPr>
          <p:cNvSpPr/>
          <p:nvPr/>
        </p:nvSpPr>
        <p:spPr>
          <a:xfrm>
            <a:off x="12829683" y="604469"/>
            <a:ext cx="228600" cy="228600"/>
          </a:xfrm>
          <a:prstGeom prst="rect">
            <a:avLst/>
          </a:prstGeom>
          <a:solidFill>
            <a:srgbClr val="6566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Rectangle 96">
            <a:extLst>
              <a:ext uri="{FF2B5EF4-FFF2-40B4-BE49-F238E27FC236}">
                <a16:creationId xmlns:a16="http://schemas.microsoft.com/office/drawing/2014/main" id="{1A010380-E9C3-CA48-AAB1-73946FAE1C9C}"/>
              </a:ext>
            </a:extLst>
          </p:cNvPr>
          <p:cNvSpPr/>
          <p:nvPr/>
        </p:nvSpPr>
        <p:spPr>
          <a:xfrm>
            <a:off x="13055732" y="604469"/>
            <a:ext cx="228600" cy="228600"/>
          </a:xfrm>
          <a:prstGeom prst="rect">
            <a:avLst/>
          </a:prstGeom>
          <a:solidFill>
            <a:srgbClr val="9798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8" name="Rectangle 97">
            <a:extLst>
              <a:ext uri="{FF2B5EF4-FFF2-40B4-BE49-F238E27FC236}">
                <a16:creationId xmlns:a16="http://schemas.microsoft.com/office/drawing/2014/main" id="{F7A143AB-F576-6B4E-BE6E-0E752524B8C0}"/>
              </a:ext>
            </a:extLst>
          </p:cNvPr>
          <p:cNvSpPr/>
          <p:nvPr/>
        </p:nvSpPr>
        <p:spPr>
          <a:xfrm>
            <a:off x="12829683" y="833070"/>
            <a:ext cx="228600" cy="228600"/>
          </a:xfrm>
          <a:prstGeom prst="rect">
            <a:avLst/>
          </a:prstGeom>
          <a:solidFill>
            <a:srgbClr val="B7B8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9" name="Rectangle 98">
            <a:extLst>
              <a:ext uri="{FF2B5EF4-FFF2-40B4-BE49-F238E27FC236}">
                <a16:creationId xmlns:a16="http://schemas.microsoft.com/office/drawing/2014/main" id="{37399AD4-E2A7-834B-A413-C5D16A2F296E}"/>
              </a:ext>
            </a:extLst>
          </p:cNvPr>
          <p:cNvSpPr/>
          <p:nvPr/>
        </p:nvSpPr>
        <p:spPr>
          <a:xfrm>
            <a:off x="13055732" y="833070"/>
            <a:ext cx="228600" cy="228600"/>
          </a:xfrm>
          <a:prstGeom prst="rect">
            <a:avLst/>
          </a:prstGeom>
          <a:solidFill>
            <a:srgbClr val="ECEB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0" name="Rectangle 99">
            <a:extLst>
              <a:ext uri="{FF2B5EF4-FFF2-40B4-BE49-F238E27FC236}">
                <a16:creationId xmlns:a16="http://schemas.microsoft.com/office/drawing/2014/main" id="{DF970B38-D1F7-6B4F-BD35-D7D7C73277A6}"/>
              </a:ext>
            </a:extLst>
          </p:cNvPr>
          <p:cNvSpPr/>
          <p:nvPr/>
        </p:nvSpPr>
        <p:spPr>
          <a:xfrm>
            <a:off x="12835275" y="2305476"/>
            <a:ext cx="228600" cy="228600"/>
          </a:xfrm>
          <a:prstGeom prst="rect">
            <a:avLst/>
          </a:prstGeom>
          <a:solidFill>
            <a:srgbClr val="C4AF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1" name="Rectangle 100">
            <a:extLst>
              <a:ext uri="{FF2B5EF4-FFF2-40B4-BE49-F238E27FC236}">
                <a16:creationId xmlns:a16="http://schemas.microsoft.com/office/drawing/2014/main" id="{F784BD6A-E75C-5143-9698-A0F41DA53F9A}"/>
              </a:ext>
            </a:extLst>
          </p:cNvPr>
          <p:cNvSpPr/>
          <p:nvPr/>
        </p:nvSpPr>
        <p:spPr>
          <a:xfrm>
            <a:off x="13061324" y="2305476"/>
            <a:ext cx="228600" cy="228600"/>
          </a:xfrm>
          <a:prstGeom prst="rect">
            <a:avLst/>
          </a:prstGeom>
          <a:solidFill>
            <a:srgbClr val="D6C8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 name="Rectangle 101">
            <a:extLst>
              <a:ext uri="{FF2B5EF4-FFF2-40B4-BE49-F238E27FC236}">
                <a16:creationId xmlns:a16="http://schemas.microsoft.com/office/drawing/2014/main" id="{335B17CB-9B19-F947-BC36-C5C53C60A455}"/>
              </a:ext>
            </a:extLst>
          </p:cNvPr>
          <p:cNvSpPr/>
          <p:nvPr/>
        </p:nvSpPr>
        <p:spPr>
          <a:xfrm>
            <a:off x="12835275" y="2534077"/>
            <a:ext cx="228600" cy="228600"/>
          </a:xfrm>
          <a:prstGeom prst="rect">
            <a:avLst/>
          </a:prstGeom>
          <a:solidFill>
            <a:srgbClr val="EAE3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 name="Rectangle 102">
            <a:extLst>
              <a:ext uri="{FF2B5EF4-FFF2-40B4-BE49-F238E27FC236}">
                <a16:creationId xmlns:a16="http://schemas.microsoft.com/office/drawing/2014/main" id="{463D90D3-907E-054B-B4E7-6996C3ADB2E0}"/>
              </a:ext>
            </a:extLst>
          </p:cNvPr>
          <p:cNvSpPr/>
          <p:nvPr/>
        </p:nvSpPr>
        <p:spPr>
          <a:xfrm>
            <a:off x="13061324" y="2534077"/>
            <a:ext cx="228600" cy="228600"/>
          </a:xfrm>
          <a:prstGeom prst="rect">
            <a:avLst/>
          </a:prstGeom>
          <a:solidFill>
            <a:srgbClr val="FBF4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 name="Rectangle 103">
            <a:extLst>
              <a:ext uri="{FF2B5EF4-FFF2-40B4-BE49-F238E27FC236}">
                <a16:creationId xmlns:a16="http://schemas.microsoft.com/office/drawing/2014/main" id="{61051FCB-8134-AF40-8879-457D4B1C82A3}"/>
              </a:ext>
            </a:extLst>
          </p:cNvPr>
          <p:cNvSpPr/>
          <p:nvPr/>
        </p:nvSpPr>
        <p:spPr>
          <a:xfrm>
            <a:off x="12373117" y="3076630"/>
            <a:ext cx="457200" cy="4572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TextBox 104">
            <a:extLst>
              <a:ext uri="{FF2B5EF4-FFF2-40B4-BE49-F238E27FC236}">
                <a16:creationId xmlns:a16="http://schemas.microsoft.com/office/drawing/2014/main" id="{9F2EF8C7-0BEF-3147-BDB8-1EB3FF997964}"/>
              </a:ext>
            </a:extLst>
          </p:cNvPr>
          <p:cNvSpPr txBox="1"/>
          <p:nvPr/>
        </p:nvSpPr>
        <p:spPr>
          <a:xfrm>
            <a:off x="12449532" y="3149308"/>
            <a:ext cx="297882" cy="314980"/>
          </a:xfrm>
          <a:prstGeom prst="rect">
            <a:avLst/>
          </a:prstGeom>
          <a:noFill/>
        </p:spPr>
        <p:txBody>
          <a:bodyPr wrap="square" lIns="0" tIns="0" rIns="0" bIns="0" rtlCol="0">
            <a:noAutofit/>
          </a:bodyPr>
          <a:lstStyle/>
          <a:p>
            <a:r>
              <a:rPr lang="en-US" sz="700" dirty="0">
                <a:solidFill>
                  <a:schemeClr val="bg1"/>
                </a:solidFill>
              </a:rPr>
              <a:t>R: 43</a:t>
            </a:r>
          </a:p>
          <a:p>
            <a:r>
              <a:rPr lang="en-US" sz="700" dirty="0">
                <a:solidFill>
                  <a:schemeClr val="bg1"/>
                </a:solidFill>
              </a:rPr>
              <a:t>G: 72</a:t>
            </a:r>
          </a:p>
          <a:p>
            <a:r>
              <a:rPr lang="en-US" sz="700" dirty="0">
                <a:solidFill>
                  <a:schemeClr val="bg1"/>
                </a:solidFill>
              </a:rPr>
              <a:t>B: 72</a:t>
            </a:r>
          </a:p>
        </p:txBody>
      </p:sp>
      <p:sp>
        <p:nvSpPr>
          <p:cNvPr id="106" name="Rectangle 105">
            <a:extLst>
              <a:ext uri="{FF2B5EF4-FFF2-40B4-BE49-F238E27FC236}">
                <a16:creationId xmlns:a16="http://schemas.microsoft.com/office/drawing/2014/main" id="{8EAD1E17-CE4E-5C48-B5DF-72F386A60ACB}"/>
              </a:ext>
            </a:extLst>
          </p:cNvPr>
          <p:cNvSpPr/>
          <p:nvPr/>
        </p:nvSpPr>
        <p:spPr>
          <a:xfrm>
            <a:off x="12829683" y="3076629"/>
            <a:ext cx="228600" cy="228600"/>
          </a:xfrm>
          <a:prstGeom prst="rect">
            <a:avLst/>
          </a:prstGeom>
          <a:solidFill>
            <a:srgbClr val="588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 name="Rectangle 106">
            <a:extLst>
              <a:ext uri="{FF2B5EF4-FFF2-40B4-BE49-F238E27FC236}">
                <a16:creationId xmlns:a16="http://schemas.microsoft.com/office/drawing/2014/main" id="{EC10FD2B-0C14-C945-A64C-E58B92F7E1AA}"/>
              </a:ext>
            </a:extLst>
          </p:cNvPr>
          <p:cNvSpPr/>
          <p:nvPr/>
        </p:nvSpPr>
        <p:spPr>
          <a:xfrm>
            <a:off x="13055732" y="3076629"/>
            <a:ext cx="228600" cy="228600"/>
          </a:xfrm>
          <a:prstGeom prst="rect">
            <a:avLst/>
          </a:prstGeom>
          <a:solidFill>
            <a:srgbClr val="8FAC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8" name="Rectangle 107">
            <a:extLst>
              <a:ext uri="{FF2B5EF4-FFF2-40B4-BE49-F238E27FC236}">
                <a16:creationId xmlns:a16="http://schemas.microsoft.com/office/drawing/2014/main" id="{E284D31B-6531-6045-92BE-5982F8117265}"/>
              </a:ext>
            </a:extLst>
          </p:cNvPr>
          <p:cNvSpPr/>
          <p:nvPr/>
        </p:nvSpPr>
        <p:spPr>
          <a:xfrm>
            <a:off x="12829683" y="3305230"/>
            <a:ext cx="228600" cy="228600"/>
          </a:xfrm>
          <a:prstGeom prst="rect">
            <a:avLst/>
          </a:prstGeom>
          <a:solidFill>
            <a:srgbClr val="C7D5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9" name="Rectangle 108">
            <a:extLst>
              <a:ext uri="{FF2B5EF4-FFF2-40B4-BE49-F238E27FC236}">
                <a16:creationId xmlns:a16="http://schemas.microsoft.com/office/drawing/2014/main" id="{0AED6E48-885D-3343-9DA6-8117A6322414}"/>
              </a:ext>
            </a:extLst>
          </p:cNvPr>
          <p:cNvSpPr/>
          <p:nvPr/>
        </p:nvSpPr>
        <p:spPr>
          <a:xfrm>
            <a:off x="13055732" y="3305230"/>
            <a:ext cx="228600" cy="228600"/>
          </a:xfrm>
          <a:prstGeom prst="rect">
            <a:avLst/>
          </a:prstGeom>
          <a:solidFill>
            <a:srgbClr val="E2EB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0" name="Rectangle 109">
            <a:extLst>
              <a:ext uri="{FF2B5EF4-FFF2-40B4-BE49-F238E27FC236}">
                <a16:creationId xmlns:a16="http://schemas.microsoft.com/office/drawing/2014/main" id="{6E493986-8736-1B43-8254-13BB2C9DEDC1}"/>
              </a:ext>
            </a:extLst>
          </p:cNvPr>
          <p:cNvSpPr/>
          <p:nvPr/>
        </p:nvSpPr>
        <p:spPr>
          <a:xfrm>
            <a:off x="12829683" y="3920079"/>
            <a:ext cx="228600" cy="228600"/>
          </a:xfrm>
          <a:prstGeom prst="rect">
            <a:avLst/>
          </a:prstGeom>
          <a:solidFill>
            <a:srgbClr val="B6AE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1" name="Rectangle 110">
            <a:extLst>
              <a:ext uri="{FF2B5EF4-FFF2-40B4-BE49-F238E27FC236}">
                <a16:creationId xmlns:a16="http://schemas.microsoft.com/office/drawing/2014/main" id="{8A7B17E3-906B-FB45-A2F6-E673C3700633}"/>
              </a:ext>
            </a:extLst>
          </p:cNvPr>
          <p:cNvSpPr/>
          <p:nvPr/>
        </p:nvSpPr>
        <p:spPr>
          <a:xfrm>
            <a:off x="13055732" y="3920079"/>
            <a:ext cx="228600" cy="228600"/>
          </a:xfrm>
          <a:prstGeom prst="rect">
            <a:avLst/>
          </a:prstGeom>
          <a:solidFill>
            <a:srgbClr val="666F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Rectangle 111">
            <a:extLst>
              <a:ext uri="{FF2B5EF4-FFF2-40B4-BE49-F238E27FC236}">
                <a16:creationId xmlns:a16="http://schemas.microsoft.com/office/drawing/2014/main" id="{8F812DBE-C09F-E64A-84B1-ABC5909CBF59}"/>
              </a:ext>
            </a:extLst>
          </p:cNvPr>
          <p:cNvSpPr/>
          <p:nvPr/>
        </p:nvSpPr>
        <p:spPr>
          <a:xfrm>
            <a:off x="12829683" y="4148680"/>
            <a:ext cx="228600" cy="228600"/>
          </a:xfrm>
          <a:prstGeom prst="rect">
            <a:avLst/>
          </a:prstGeom>
          <a:solidFill>
            <a:srgbClr val="B149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3" name="Rectangle 112">
            <a:extLst>
              <a:ext uri="{FF2B5EF4-FFF2-40B4-BE49-F238E27FC236}">
                <a16:creationId xmlns:a16="http://schemas.microsoft.com/office/drawing/2014/main" id="{93C8DF94-5DE5-7849-8292-8502AB4A34A4}"/>
              </a:ext>
            </a:extLst>
          </p:cNvPr>
          <p:cNvSpPr/>
          <p:nvPr/>
        </p:nvSpPr>
        <p:spPr>
          <a:xfrm>
            <a:off x="13055732" y="4148680"/>
            <a:ext cx="228600" cy="228600"/>
          </a:xfrm>
          <a:prstGeom prst="rect">
            <a:avLst/>
          </a:prstGeom>
          <a:solidFill>
            <a:srgbClr val="B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 name="Rectangle 113">
            <a:extLst>
              <a:ext uri="{FF2B5EF4-FFF2-40B4-BE49-F238E27FC236}">
                <a16:creationId xmlns:a16="http://schemas.microsoft.com/office/drawing/2014/main" id="{23E78FC1-D373-E04E-82F6-A5F26B79A5FB}"/>
              </a:ext>
            </a:extLst>
          </p:cNvPr>
          <p:cNvSpPr/>
          <p:nvPr/>
        </p:nvSpPr>
        <p:spPr>
          <a:xfrm>
            <a:off x="12377952" y="3920079"/>
            <a:ext cx="228600" cy="228600"/>
          </a:xfrm>
          <a:prstGeom prst="rect">
            <a:avLst/>
          </a:prstGeom>
          <a:solidFill>
            <a:srgbClr val="025C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5" name="Rectangle 114">
            <a:extLst>
              <a:ext uri="{FF2B5EF4-FFF2-40B4-BE49-F238E27FC236}">
                <a16:creationId xmlns:a16="http://schemas.microsoft.com/office/drawing/2014/main" id="{F340D419-F432-3048-8FC8-6F3E22D2970C}"/>
              </a:ext>
            </a:extLst>
          </p:cNvPr>
          <p:cNvSpPr/>
          <p:nvPr/>
        </p:nvSpPr>
        <p:spPr>
          <a:xfrm>
            <a:off x="12604001" y="3920079"/>
            <a:ext cx="228600" cy="228600"/>
          </a:xfrm>
          <a:prstGeom prst="rect">
            <a:avLst/>
          </a:prstGeom>
          <a:solidFill>
            <a:srgbClr val="4399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6" name="Rectangle 115">
            <a:extLst>
              <a:ext uri="{FF2B5EF4-FFF2-40B4-BE49-F238E27FC236}">
                <a16:creationId xmlns:a16="http://schemas.microsoft.com/office/drawing/2014/main" id="{BB8E5F4A-59CF-FC40-AADF-2DDB18A4B83A}"/>
              </a:ext>
            </a:extLst>
          </p:cNvPr>
          <p:cNvSpPr/>
          <p:nvPr/>
        </p:nvSpPr>
        <p:spPr>
          <a:xfrm>
            <a:off x="12377952" y="4148680"/>
            <a:ext cx="228600" cy="228600"/>
          </a:xfrm>
          <a:prstGeom prst="rect">
            <a:avLst/>
          </a:prstGeom>
          <a:solidFill>
            <a:srgbClr val="3F67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7" name="Rectangle 116">
            <a:extLst>
              <a:ext uri="{FF2B5EF4-FFF2-40B4-BE49-F238E27FC236}">
                <a16:creationId xmlns:a16="http://schemas.microsoft.com/office/drawing/2014/main" id="{6385CEAD-5E31-7247-B2E5-0A63A556D1E9}"/>
              </a:ext>
            </a:extLst>
          </p:cNvPr>
          <p:cNvSpPr/>
          <p:nvPr/>
        </p:nvSpPr>
        <p:spPr>
          <a:xfrm>
            <a:off x="12604001" y="4148680"/>
            <a:ext cx="228600" cy="228600"/>
          </a:xfrm>
          <a:prstGeom prst="rect">
            <a:avLst/>
          </a:prstGeom>
          <a:solidFill>
            <a:srgbClr val="8C96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8" name="TextBox 117">
            <a:extLst>
              <a:ext uri="{FF2B5EF4-FFF2-40B4-BE49-F238E27FC236}">
                <a16:creationId xmlns:a16="http://schemas.microsoft.com/office/drawing/2014/main" id="{51B7FBD8-522C-8147-9C42-DD21D09E7CED}"/>
              </a:ext>
            </a:extLst>
          </p:cNvPr>
          <p:cNvSpPr txBox="1"/>
          <p:nvPr/>
        </p:nvSpPr>
        <p:spPr>
          <a:xfrm>
            <a:off x="12375444" y="463072"/>
            <a:ext cx="873195" cy="123111"/>
          </a:xfrm>
          <a:prstGeom prst="rect">
            <a:avLst/>
          </a:prstGeom>
          <a:noFill/>
        </p:spPr>
        <p:txBody>
          <a:bodyPr wrap="square" lIns="0" tIns="0" rIns="0" bIns="0" rtlCol="0">
            <a:spAutoFit/>
          </a:bodyPr>
          <a:lstStyle/>
          <a:p>
            <a:pPr algn="l"/>
            <a:r>
              <a:rPr lang="en-US" sz="800" dirty="0">
                <a:solidFill>
                  <a:schemeClr val="bg1"/>
                </a:solidFill>
              </a:rPr>
              <a:t>Purple</a:t>
            </a:r>
          </a:p>
        </p:txBody>
      </p:sp>
      <p:sp>
        <p:nvSpPr>
          <p:cNvPr id="119" name="TextBox 118">
            <a:extLst>
              <a:ext uri="{FF2B5EF4-FFF2-40B4-BE49-F238E27FC236}">
                <a16:creationId xmlns:a16="http://schemas.microsoft.com/office/drawing/2014/main" id="{7353A891-D6A8-594A-ADFD-7F4989E913E7}"/>
              </a:ext>
            </a:extLst>
          </p:cNvPr>
          <p:cNvSpPr txBox="1"/>
          <p:nvPr/>
        </p:nvSpPr>
        <p:spPr>
          <a:xfrm>
            <a:off x="12375444" y="1430567"/>
            <a:ext cx="873195" cy="123111"/>
          </a:xfrm>
          <a:prstGeom prst="rect">
            <a:avLst/>
          </a:prstGeom>
          <a:noFill/>
        </p:spPr>
        <p:txBody>
          <a:bodyPr wrap="square" lIns="0" tIns="0" rIns="0" bIns="0" rtlCol="0">
            <a:spAutoFit/>
          </a:bodyPr>
          <a:lstStyle/>
          <a:p>
            <a:pPr algn="l"/>
            <a:r>
              <a:rPr lang="en-US" sz="800" dirty="0">
                <a:solidFill>
                  <a:schemeClr val="bg1"/>
                </a:solidFill>
              </a:rPr>
              <a:t>Gray</a:t>
            </a:r>
          </a:p>
        </p:txBody>
      </p:sp>
      <p:sp>
        <p:nvSpPr>
          <p:cNvPr id="120" name="TextBox 119">
            <a:extLst>
              <a:ext uri="{FF2B5EF4-FFF2-40B4-BE49-F238E27FC236}">
                <a16:creationId xmlns:a16="http://schemas.microsoft.com/office/drawing/2014/main" id="{8E20AA3B-E824-4C45-99FD-886F80443EA8}"/>
              </a:ext>
            </a:extLst>
          </p:cNvPr>
          <p:cNvSpPr txBox="1"/>
          <p:nvPr/>
        </p:nvSpPr>
        <p:spPr>
          <a:xfrm>
            <a:off x="12375444" y="2142458"/>
            <a:ext cx="873195" cy="123111"/>
          </a:xfrm>
          <a:prstGeom prst="rect">
            <a:avLst/>
          </a:prstGeom>
          <a:noFill/>
        </p:spPr>
        <p:txBody>
          <a:bodyPr wrap="square" lIns="0" tIns="0" rIns="0" bIns="0" rtlCol="0">
            <a:spAutoFit/>
          </a:bodyPr>
          <a:lstStyle/>
          <a:p>
            <a:pPr algn="l"/>
            <a:r>
              <a:rPr lang="en-US" sz="800" dirty="0">
                <a:solidFill>
                  <a:schemeClr val="bg1"/>
                </a:solidFill>
              </a:rPr>
              <a:t>Gold</a:t>
            </a:r>
          </a:p>
        </p:txBody>
      </p:sp>
      <p:sp>
        <p:nvSpPr>
          <p:cNvPr id="121" name="TextBox 120">
            <a:extLst>
              <a:ext uri="{FF2B5EF4-FFF2-40B4-BE49-F238E27FC236}">
                <a16:creationId xmlns:a16="http://schemas.microsoft.com/office/drawing/2014/main" id="{3EAED052-91CA-1E4C-9902-1B1CAC62AE39}"/>
              </a:ext>
            </a:extLst>
          </p:cNvPr>
          <p:cNvSpPr txBox="1"/>
          <p:nvPr/>
        </p:nvSpPr>
        <p:spPr>
          <a:xfrm>
            <a:off x="12375444" y="2897372"/>
            <a:ext cx="873195" cy="123111"/>
          </a:xfrm>
          <a:prstGeom prst="rect">
            <a:avLst/>
          </a:prstGeom>
          <a:noFill/>
        </p:spPr>
        <p:txBody>
          <a:bodyPr wrap="square" lIns="0" tIns="0" rIns="0" bIns="0" rtlCol="0">
            <a:spAutoFit/>
          </a:bodyPr>
          <a:lstStyle/>
          <a:p>
            <a:pPr algn="l"/>
            <a:r>
              <a:rPr lang="en-US" sz="800" dirty="0">
                <a:solidFill>
                  <a:schemeClr val="bg1"/>
                </a:solidFill>
              </a:rPr>
              <a:t>Evergreen</a:t>
            </a:r>
          </a:p>
        </p:txBody>
      </p:sp>
      <p:sp>
        <p:nvSpPr>
          <p:cNvPr id="122" name="TextBox 121">
            <a:extLst>
              <a:ext uri="{FF2B5EF4-FFF2-40B4-BE49-F238E27FC236}">
                <a16:creationId xmlns:a16="http://schemas.microsoft.com/office/drawing/2014/main" id="{C02F08A2-D4E7-5741-87A3-719DA699EA6F}"/>
              </a:ext>
            </a:extLst>
          </p:cNvPr>
          <p:cNvSpPr txBox="1"/>
          <p:nvPr/>
        </p:nvSpPr>
        <p:spPr>
          <a:xfrm>
            <a:off x="12375444" y="3733800"/>
            <a:ext cx="897343" cy="123111"/>
          </a:xfrm>
          <a:prstGeom prst="rect">
            <a:avLst/>
          </a:prstGeom>
          <a:noFill/>
        </p:spPr>
        <p:txBody>
          <a:bodyPr wrap="square" lIns="0" tIns="0" rIns="0" bIns="0" rtlCol="0">
            <a:spAutoFit/>
          </a:bodyPr>
          <a:lstStyle/>
          <a:p>
            <a:pPr algn="l"/>
            <a:r>
              <a:rPr lang="en-US" sz="800" dirty="0">
                <a:solidFill>
                  <a:schemeClr val="bg1"/>
                </a:solidFill>
              </a:rPr>
              <a:t>Tertiary Colors</a:t>
            </a:r>
          </a:p>
        </p:txBody>
      </p:sp>
      <p:sp>
        <p:nvSpPr>
          <p:cNvPr id="123" name="Rectangle 122">
            <a:extLst>
              <a:ext uri="{FF2B5EF4-FFF2-40B4-BE49-F238E27FC236}">
                <a16:creationId xmlns:a16="http://schemas.microsoft.com/office/drawing/2014/main" id="{3409D879-488C-1A44-8333-977E834657A7}"/>
              </a:ext>
            </a:extLst>
          </p:cNvPr>
          <p:cNvSpPr/>
          <p:nvPr/>
        </p:nvSpPr>
        <p:spPr>
          <a:xfrm>
            <a:off x="12829683" y="4756501"/>
            <a:ext cx="228600" cy="228600"/>
          </a:xfrm>
          <a:prstGeom prst="rect">
            <a:avLst/>
          </a:prstGeom>
          <a:solidFill>
            <a:srgbClr val="A32B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4" name="Rectangle 123">
            <a:extLst>
              <a:ext uri="{FF2B5EF4-FFF2-40B4-BE49-F238E27FC236}">
                <a16:creationId xmlns:a16="http://schemas.microsoft.com/office/drawing/2014/main" id="{10D6F7D8-1AEE-1C48-9253-7847EE634BF8}"/>
              </a:ext>
            </a:extLst>
          </p:cNvPr>
          <p:cNvSpPr/>
          <p:nvPr/>
        </p:nvSpPr>
        <p:spPr>
          <a:xfrm>
            <a:off x="12377952" y="4756501"/>
            <a:ext cx="228600" cy="228600"/>
          </a:xfrm>
          <a:prstGeom prst="rect">
            <a:avLst/>
          </a:prstGeom>
          <a:solidFill>
            <a:srgbClr val="4BA4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5" name="Rectangle 124">
            <a:extLst>
              <a:ext uri="{FF2B5EF4-FFF2-40B4-BE49-F238E27FC236}">
                <a16:creationId xmlns:a16="http://schemas.microsoft.com/office/drawing/2014/main" id="{09D8F64A-BD9D-A54C-A0C8-BEA2A54DF9AB}"/>
              </a:ext>
            </a:extLst>
          </p:cNvPr>
          <p:cNvSpPr/>
          <p:nvPr/>
        </p:nvSpPr>
        <p:spPr>
          <a:xfrm>
            <a:off x="12604001" y="4756501"/>
            <a:ext cx="228600" cy="228600"/>
          </a:xfrm>
          <a:prstGeom prst="rect">
            <a:avLst/>
          </a:prstGeom>
          <a:solidFill>
            <a:srgbClr val="E9A5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TextBox 125">
            <a:extLst>
              <a:ext uri="{FF2B5EF4-FFF2-40B4-BE49-F238E27FC236}">
                <a16:creationId xmlns:a16="http://schemas.microsoft.com/office/drawing/2014/main" id="{E63C1A44-D67D-C84D-9597-E5CEB8F6237D}"/>
              </a:ext>
            </a:extLst>
          </p:cNvPr>
          <p:cNvSpPr txBox="1"/>
          <p:nvPr/>
        </p:nvSpPr>
        <p:spPr>
          <a:xfrm>
            <a:off x="12375444" y="4570222"/>
            <a:ext cx="897343" cy="123111"/>
          </a:xfrm>
          <a:prstGeom prst="rect">
            <a:avLst/>
          </a:prstGeom>
          <a:noFill/>
        </p:spPr>
        <p:txBody>
          <a:bodyPr wrap="square" lIns="0" tIns="0" rIns="0" bIns="0" rtlCol="0">
            <a:spAutoFit/>
          </a:bodyPr>
          <a:lstStyle/>
          <a:p>
            <a:pPr algn="l"/>
            <a:r>
              <a:rPr lang="en-US" sz="800" dirty="0">
                <a:solidFill>
                  <a:schemeClr val="bg1"/>
                </a:solidFill>
              </a:rPr>
              <a:t>Graph Colors</a:t>
            </a:r>
          </a:p>
        </p:txBody>
      </p:sp>
      <p:sp>
        <p:nvSpPr>
          <p:cNvPr id="127" name="TextBox 126">
            <a:extLst>
              <a:ext uri="{FF2B5EF4-FFF2-40B4-BE49-F238E27FC236}">
                <a16:creationId xmlns:a16="http://schemas.microsoft.com/office/drawing/2014/main" id="{C7D2C6DD-F7B9-EA4E-9BF9-3EE25BF100EC}"/>
              </a:ext>
            </a:extLst>
          </p:cNvPr>
          <p:cNvSpPr txBox="1"/>
          <p:nvPr/>
        </p:nvSpPr>
        <p:spPr>
          <a:xfrm>
            <a:off x="12461582" y="4800600"/>
            <a:ext cx="100091" cy="125819"/>
          </a:xfrm>
          <a:prstGeom prst="rect">
            <a:avLst/>
          </a:prstGeom>
          <a:noFill/>
        </p:spPr>
        <p:txBody>
          <a:bodyPr wrap="square" lIns="0" tIns="0" rIns="0" bIns="0" rtlCol="0">
            <a:spAutoFit/>
          </a:bodyPr>
          <a:lstStyle/>
          <a:p>
            <a:pPr algn="l"/>
            <a:r>
              <a:rPr lang="en-US" sz="800" dirty="0">
                <a:solidFill>
                  <a:schemeClr val="tx1"/>
                </a:solidFill>
              </a:rPr>
              <a:t>B</a:t>
            </a:r>
          </a:p>
        </p:txBody>
      </p:sp>
      <p:sp>
        <p:nvSpPr>
          <p:cNvPr id="128" name="TextBox 127">
            <a:extLst>
              <a:ext uri="{FF2B5EF4-FFF2-40B4-BE49-F238E27FC236}">
                <a16:creationId xmlns:a16="http://schemas.microsoft.com/office/drawing/2014/main" id="{12A81BF5-7B54-1949-83F0-5FDE77F870C1}"/>
              </a:ext>
            </a:extLst>
          </p:cNvPr>
          <p:cNvSpPr txBox="1"/>
          <p:nvPr/>
        </p:nvSpPr>
        <p:spPr>
          <a:xfrm>
            <a:off x="12680242" y="4800600"/>
            <a:ext cx="100091" cy="125819"/>
          </a:xfrm>
          <a:prstGeom prst="rect">
            <a:avLst/>
          </a:prstGeom>
          <a:noFill/>
        </p:spPr>
        <p:txBody>
          <a:bodyPr wrap="square" lIns="0" tIns="0" rIns="0" bIns="0" rtlCol="0">
            <a:spAutoFit/>
          </a:bodyPr>
          <a:lstStyle/>
          <a:p>
            <a:pPr algn="l"/>
            <a:r>
              <a:rPr lang="en-US" sz="800" dirty="0">
                <a:solidFill>
                  <a:schemeClr val="tx1"/>
                </a:solidFill>
              </a:rPr>
              <a:t>B</a:t>
            </a:r>
          </a:p>
        </p:txBody>
      </p:sp>
      <p:sp>
        <p:nvSpPr>
          <p:cNvPr id="129" name="TextBox 128">
            <a:extLst>
              <a:ext uri="{FF2B5EF4-FFF2-40B4-BE49-F238E27FC236}">
                <a16:creationId xmlns:a16="http://schemas.microsoft.com/office/drawing/2014/main" id="{99BF2ECF-5115-1242-B2AF-6624843ED05B}"/>
              </a:ext>
            </a:extLst>
          </p:cNvPr>
          <p:cNvSpPr txBox="1"/>
          <p:nvPr/>
        </p:nvSpPr>
        <p:spPr>
          <a:xfrm>
            <a:off x="12904304" y="4800600"/>
            <a:ext cx="100091" cy="125819"/>
          </a:xfrm>
          <a:prstGeom prst="rect">
            <a:avLst/>
          </a:prstGeom>
          <a:noFill/>
        </p:spPr>
        <p:txBody>
          <a:bodyPr wrap="square" lIns="0" tIns="0" rIns="0" bIns="0" rtlCol="0">
            <a:spAutoFit/>
          </a:bodyPr>
          <a:lstStyle/>
          <a:p>
            <a:pPr algn="l"/>
            <a:r>
              <a:rPr lang="en-US" sz="800" dirty="0">
                <a:solidFill>
                  <a:schemeClr val="bg1"/>
                </a:solidFill>
              </a:rPr>
              <a:t>W</a:t>
            </a:r>
          </a:p>
        </p:txBody>
      </p:sp>
      <p:pic>
        <p:nvPicPr>
          <p:cNvPr id="64" name="Picture 63">
            <a:extLst>
              <a:ext uri="{FF2B5EF4-FFF2-40B4-BE49-F238E27FC236}">
                <a16:creationId xmlns:a16="http://schemas.microsoft.com/office/drawing/2014/main" id="{159287DD-22C2-C742-B292-200011C117E3}"/>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722470" y="5576374"/>
            <a:ext cx="2008544" cy="728323"/>
          </a:xfrm>
          <a:prstGeom prst="rect">
            <a:avLst/>
          </a:prstGeom>
        </p:spPr>
      </p:pic>
      <p:sp>
        <p:nvSpPr>
          <p:cNvPr id="65" name="Title 1">
            <a:extLst>
              <a:ext uri="{FF2B5EF4-FFF2-40B4-BE49-F238E27FC236}">
                <a16:creationId xmlns:a16="http://schemas.microsoft.com/office/drawing/2014/main" id="{C8CDDE25-711F-924E-9610-E10D06403C0E}"/>
              </a:ext>
            </a:extLst>
          </p:cNvPr>
          <p:cNvSpPr>
            <a:spLocks noGrp="1"/>
          </p:cNvSpPr>
          <p:nvPr>
            <p:ph type="ctrTitle" hasCustomPrompt="1"/>
          </p:nvPr>
        </p:nvSpPr>
        <p:spPr>
          <a:xfrm>
            <a:off x="722470" y="4259701"/>
            <a:ext cx="6897303" cy="549270"/>
          </a:xfrm>
          <a:prstGeom prst="rect">
            <a:avLst/>
          </a:prstGeom>
        </p:spPr>
        <p:txBody>
          <a:bodyPr anchor="b">
            <a:noAutofit/>
          </a:bodyPr>
          <a:lstStyle>
            <a:lvl1pPr algn="l">
              <a:defRPr sz="4400" b="0" i="0">
                <a:solidFill>
                  <a:schemeClr val="accent1"/>
                </a:solidFill>
                <a:latin typeface="+mj-lt"/>
                <a:cs typeface="Calibri" panose="020F0502020204030204" pitchFamily="34" charset="0"/>
              </a:defRPr>
            </a:lvl1pPr>
          </a:lstStyle>
          <a:p>
            <a:r>
              <a:rPr lang="en-US" dirty="0"/>
              <a:t>Click to Edit Master Title Style</a:t>
            </a:r>
          </a:p>
        </p:txBody>
      </p:sp>
      <p:sp>
        <p:nvSpPr>
          <p:cNvPr id="66" name="Subtitle 2">
            <a:extLst>
              <a:ext uri="{FF2B5EF4-FFF2-40B4-BE49-F238E27FC236}">
                <a16:creationId xmlns:a16="http://schemas.microsoft.com/office/drawing/2014/main" id="{4494D29A-1D37-1344-A794-556582C8FD0B}"/>
              </a:ext>
            </a:extLst>
          </p:cNvPr>
          <p:cNvSpPr>
            <a:spLocks noGrp="1"/>
          </p:cNvSpPr>
          <p:nvPr>
            <p:ph type="subTitle" idx="1" hasCustomPrompt="1"/>
          </p:nvPr>
        </p:nvSpPr>
        <p:spPr>
          <a:xfrm>
            <a:off x="722470" y="4818382"/>
            <a:ext cx="6911247" cy="373058"/>
          </a:xfrm>
          <a:prstGeom prst="rect">
            <a:avLst/>
          </a:prstGeom>
        </p:spPr>
        <p:txBody>
          <a:bodyPr>
            <a:noAutofit/>
          </a:bodyPr>
          <a:lstStyle>
            <a:lvl1pPr marL="0" indent="0" algn="l">
              <a:buNone/>
              <a:defRPr sz="28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67" name="Rectangle 66">
            <a:extLst>
              <a:ext uri="{FF2B5EF4-FFF2-40B4-BE49-F238E27FC236}">
                <a16:creationId xmlns:a16="http://schemas.microsoft.com/office/drawing/2014/main" id="{CBF97567-4B1D-FF4F-8955-17463E24F3DA}"/>
              </a:ext>
            </a:extLst>
          </p:cNvPr>
          <p:cNvSpPr/>
          <p:nvPr userDrawn="1"/>
        </p:nvSpPr>
        <p:spPr>
          <a:xfrm>
            <a:off x="12254583" y="-2"/>
            <a:ext cx="1149843" cy="5307107"/>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Rectangle 67">
            <a:extLst>
              <a:ext uri="{FF2B5EF4-FFF2-40B4-BE49-F238E27FC236}">
                <a16:creationId xmlns:a16="http://schemas.microsoft.com/office/drawing/2014/main" id="{C6BDC69E-600B-0842-A4C9-1BBC5745376D}"/>
              </a:ext>
            </a:extLst>
          </p:cNvPr>
          <p:cNvSpPr/>
          <p:nvPr userDrawn="1"/>
        </p:nvSpPr>
        <p:spPr>
          <a:xfrm>
            <a:off x="12373117" y="1592739"/>
            <a:ext cx="4572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TextBox 68">
            <a:extLst>
              <a:ext uri="{FF2B5EF4-FFF2-40B4-BE49-F238E27FC236}">
                <a16:creationId xmlns:a16="http://schemas.microsoft.com/office/drawing/2014/main" id="{3EBBA7AF-7E3D-1149-80B2-14503B821365}"/>
              </a:ext>
            </a:extLst>
          </p:cNvPr>
          <p:cNvSpPr txBox="1"/>
          <p:nvPr userDrawn="1"/>
        </p:nvSpPr>
        <p:spPr>
          <a:xfrm>
            <a:off x="12449532" y="1665417"/>
            <a:ext cx="297882" cy="314980"/>
          </a:xfrm>
          <a:prstGeom prst="rect">
            <a:avLst/>
          </a:prstGeom>
          <a:noFill/>
        </p:spPr>
        <p:txBody>
          <a:bodyPr wrap="square" lIns="0" tIns="0" rIns="0" bIns="0" rtlCol="0">
            <a:noAutofit/>
          </a:bodyPr>
          <a:lstStyle/>
          <a:p>
            <a:r>
              <a:rPr lang="en-US" sz="700" dirty="0">
                <a:solidFill>
                  <a:schemeClr val="bg1"/>
                </a:solidFill>
              </a:rPr>
              <a:t>R: 63</a:t>
            </a:r>
          </a:p>
          <a:p>
            <a:r>
              <a:rPr lang="en-US" sz="700" dirty="0">
                <a:solidFill>
                  <a:schemeClr val="bg1"/>
                </a:solidFill>
              </a:rPr>
              <a:t>G: 72</a:t>
            </a:r>
          </a:p>
          <a:p>
            <a:r>
              <a:rPr lang="en-US" sz="700" dirty="0">
                <a:solidFill>
                  <a:schemeClr val="bg1"/>
                </a:solidFill>
              </a:rPr>
              <a:t>B: 79</a:t>
            </a:r>
          </a:p>
        </p:txBody>
      </p:sp>
      <p:sp>
        <p:nvSpPr>
          <p:cNvPr id="70" name="Rectangle 69">
            <a:extLst>
              <a:ext uri="{FF2B5EF4-FFF2-40B4-BE49-F238E27FC236}">
                <a16:creationId xmlns:a16="http://schemas.microsoft.com/office/drawing/2014/main" id="{10306D75-1C29-BF43-AD5E-AE71A2FFB6BF}"/>
              </a:ext>
            </a:extLst>
          </p:cNvPr>
          <p:cNvSpPr/>
          <p:nvPr userDrawn="1"/>
        </p:nvSpPr>
        <p:spPr>
          <a:xfrm>
            <a:off x="12829683" y="1592738"/>
            <a:ext cx="228600" cy="228600"/>
          </a:xfrm>
          <a:prstGeom prst="rect">
            <a:avLst/>
          </a:prstGeom>
          <a:solidFill>
            <a:srgbClr val="7175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Rectangle 70">
            <a:extLst>
              <a:ext uri="{FF2B5EF4-FFF2-40B4-BE49-F238E27FC236}">
                <a16:creationId xmlns:a16="http://schemas.microsoft.com/office/drawing/2014/main" id="{5A507CCA-2956-254B-9E70-C98023A3B9C2}"/>
              </a:ext>
            </a:extLst>
          </p:cNvPr>
          <p:cNvSpPr/>
          <p:nvPr userDrawn="1"/>
        </p:nvSpPr>
        <p:spPr>
          <a:xfrm>
            <a:off x="13055732" y="1592738"/>
            <a:ext cx="228600" cy="228600"/>
          </a:xfrm>
          <a:prstGeom prst="rect">
            <a:avLst/>
          </a:prstGeom>
          <a:solidFill>
            <a:srgbClr val="9FA2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Rectangle 71">
            <a:extLst>
              <a:ext uri="{FF2B5EF4-FFF2-40B4-BE49-F238E27FC236}">
                <a16:creationId xmlns:a16="http://schemas.microsoft.com/office/drawing/2014/main" id="{71D7C431-2450-6445-8B03-58AF20F267A6}"/>
              </a:ext>
            </a:extLst>
          </p:cNvPr>
          <p:cNvSpPr/>
          <p:nvPr userDrawn="1"/>
        </p:nvSpPr>
        <p:spPr>
          <a:xfrm>
            <a:off x="12829683" y="1821339"/>
            <a:ext cx="228600" cy="228600"/>
          </a:xfrm>
          <a:prstGeom prst="rect">
            <a:avLst/>
          </a:prstGeom>
          <a:solidFill>
            <a:srgbClr val="CFD1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Rectangle 72">
            <a:extLst>
              <a:ext uri="{FF2B5EF4-FFF2-40B4-BE49-F238E27FC236}">
                <a16:creationId xmlns:a16="http://schemas.microsoft.com/office/drawing/2014/main" id="{591C053C-A9AF-DA41-B4B7-01455AAAA237}"/>
              </a:ext>
            </a:extLst>
          </p:cNvPr>
          <p:cNvSpPr/>
          <p:nvPr userDrawn="1"/>
        </p:nvSpPr>
        <p:spPr>
          <a:xfrm>
            <a:off x="13055732" y="1821339"/>
            <a:ext cx="228600" cy="228600"/>
          </a:xfrm>
          <a:prstGeom prst="rect">
            <a:avLst/>
          </a:prstGeom>
          <a:solidFill>
            <a:srgbClr val="ECEF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Rectangle 73">
            <a:extLst>
              <a:ext uri="{FF2B5EF4-FFF2-40B4-BE49-F238E27FC236}">
                <a16:creationId xmlns:a16="http://schemas.microsoft.com/office/drawing/2014/main" id="{B44C6190-61C9-3B4C-902F-97586EF01DD8}"/>
              </a:ext>
            </a:extLst>
          </p:cNvPr>
          <p:cNvSpPr/>
          <p:nvPr userDrawn="1"/>
        </p:nvSpPr>
        <p:spPr>
          <a:xfrm>
            <a:off x="12373117" y="604470"/>
            <a:ext cx="457200" cy="457200"/>
          </a:xfrm>
          <a:prstGeom prst="rect">
            <a:avLst/>
          </a:prstGeom>
          <a:solidFill>
            <a:srgbClr val="342A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TextBox 74">
            <a:extLst>
              <a:ext uri="{FF2B5EF4-FFF2-40B4-BE49-F238E27FC236}">
                <a16:creationId xmlns:a16="http://schemas.microsoft.com/office/drawing/2014/main" id="{3753771F-BC16-014D-8D50-380FDA988C75}"/>
              </a:ext>
            </a:extLst>
          </p:cNvPr>
          <p:cNvSpPr txBox="1"/>
          <p:nvPr userDrawn="1"/>
        </p:nvSpPr>
        <p:spPr>
          <a:xfrm>
            <a:off x="12449532" y="677148"/>
            <a:ext cx="297882" cy="314980"/>
          </a:xfrm>
          <a:prstGeom prst="rect">
            <a:avLst/>
          </a:prstGeom>
          <a:noFill/>
        </p:spPr>
        <p:txBody>
          <a:bodyPr wrap="square" lIns="0" tIns="0" rIns="0" bIns="0" rtlCol="0">
            <a:noAutofit/>
          </a:bodyPr>
          <a:lstStyle/>
          <a:p>
            <a:r>
              <a:rPr lang="en-US" sz="700" dirty="0">
                <a:solidFill>
                  <a:schemeClr val="bg1"/>
                </a:solidFill>
              </a:rPr>
              <a:t>R: 52</a:t>
            </a:r>
          </a:p>
          <a:p>
            <a:r>
              <a:rPr lang="en-US" sz="700" dirty="0">
                <a:solidFill>
                  <a:schemeClr val="bg1"/>
                </a:solidFill>
              </a:rPr>
              <a:t>G: 42</a:t>
            </a:r>
          </a:p>
          <a:p>
            <a:r>
              <a:rPr lang="en-US" sz="700" dirty="0">
                <a:solidFill>
                  <a:schemeClr val="bg1"/>
                </a:solidFill>
              </a:rPr>
              <a:t>B: 134</a:t>
            </a:r>
          </a:p>
        </p:txBody>
      </p:sp>
      <p:sp>
        <p:nvSpPr>
          <p:cNvPr id="76" name="Rectangle 75">
            <a:extLst>
              <a:ext uri="{FF2B5EF4-FFF2-40B4-BE49-F238E27FC236}">
                <a16:creationId xmlns:a16="http://schemas.microsoft.com/office/drawing/2014/main" id="{CA17C032-C56F-1241-B418-CBF841E96D88}"/>
              </a:ext>
            </a:extLst>
          </p:cNvPr>
          <p:cNvSpPr/>
          <p:nvPr userDrawn="1"/>
        </p:nvSpPr>
        <p:spPr>
          <a:xfrm>
            <a:off x="12377789" y="2305411"/>
            <a:ext cx="457200" cy="457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7" name="TextBox 76">
            <a:extLst>
              <a:ext uri="{FF2B5EF4-FFF2-40B4-BE49-F238E27FC236}">
                <a16:creationId xmlns:a16="http://schemas.microsoft.com/office/drawing/2014/main" id="{AEC11B14-3D0B-8646-AD19-05CB10A20E36}"/>
              </a:ext>
            </a:extLst>
          </p:cNvPr>
          <p:cNvSpPr txBox="1"/>
          <p:nvPr userDrawn="1"/>
        </p:nvSpPr>
        <p:spPr>
          <a:xfrm>
            <a:off x="12375444" y="270921"/>
            <a:ext cx="873195" cy="123111"/>
          </a:xfrm>
          <a:prstGeom prst="rect">
            <a:avLst/>
          </a:prstGeom>
          <a:noFill/>
        </p:spPr>
        <p:txBody>
          <a:bodyPr wrap="square" lIns="0" tIns="0" rIns="0" bIns="0" rtlCol="0">
            <a:spAutoFit/>
          </a:bodyPr>
          <a:lstStyle/>
          <a:p>
            <a:pPr algn="l"/>
            <a:r>
              <a:rPr lang="en-US" sz="800" dirty="0">
                <a:solidFill>
                  <a:schemeClr val="bg1"/>
                </a:solidFill>
              </a:rPr>
              <a:t>Primary Color</a:t>
            </a:r>
          </a:p>
        </p:txBody>
      </p:sp>
      <p:sp>
        <p:nvSpPr>
          <p:cNvPr id="78" name="TextBox 77">
            <a:extLst>
              <a:ext uri="{FF2B5EF4-FFF2-40B4-BE49-F238E27FC236}">
                <a16:creationId xmlns:a16="http://schemas.microsoft.com/office/drawing/2014/main" id="{07364E47-12B1-3146-8B01-D8E4CEB946D5}"/>
              </a:ext>
            </a:extLst>
          </p:cNvPr>
          <p:cNvSpPr txBox="1"/>
          <p:nvPr userDrawn="1"/>
        </p:nvSpPr>
        <p:spPr>
          <a:xfrm>
            <a:off x="12375444" y="1240112"/>
            <a:ext cx="897343" cy="123111"/>
          </a:xfrm>
          <a:prstGeom prst="rect">
            <a:avLst/>
          </a:prstGeom>
          <a:noFill/>
        </p:spPr>
        <p:txBody>
          <a:bodyPr wrap="square" lIns="0" tIns="0" rIns="0" bIns="0" rtlCol="0">
            <a:spAutoFit/>
          </a:bodyPr>
          <a:lstStyle/>
          <a:p>
            <a:pPr algn="l"/>
            <a:r>
              <a:rPr lang="en-US" sz="800" dirty="0">
                <a:solidFill>
                  <a:schemeClr val="bg1"/>
                </a:solidFill>
              </a:rPr>
              <a:t>Secondary Colors</a:t>
            </a:r>
          </a:p>
        </p:txBody>
      </p:sp>
      <p:sp>
        <p:nvSpPr>
          <p:cNvPr id="79" name="Rectangle 78">
            <a:extLst>
              <a:ext uri="{FF2B5EF4-FFF2-40B4-BE49-F238E27FC236}">
                <a16:creationId xmlns:a16="http://schemas.microsoft.com/office/drawing/2014/main" id="{CF4DEB1E-F467-544A-8C2F-8F0C99FF3C30}"/>
              </a:ext>
            </a:extLst>
          </p:cNvPr>
          <p:cNvSpPr/>
          <p:nvPr userDrawn="1"/>
        </p:nvSpPr>
        <p:spPr>
          <a:xfrm>
            <a:off x="12377789" y="2305411"/>
            <a:ext cx="272809" cy="457200"/>
          </a:xfrm>
          <a:prstGeom prst="rect">
            <a:avLst/>
          </a:prstGeom>
          <a:solidFill>
            <a:srgbClr val="8364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TextBox 79">
            <a:extLst>
              <a:ext uri="{FF2B5EF4-FFF2-40B4-BE49-F238E27FC236}">
                <a16:creationId xmlns:a16="http://schemas.microsoft.com/office/drawing/2014/main" id="{E1235E48-C179-024D-9C4E-8405DEA234EA}"/>
              </a:ext>
            </a:extLst>
          </p:cNvPr>
          <p:cNvSpPr txBox="1"/>
          <p:nvPr userDrawn="1"/>
        </p:nvSpPr>
        <p:spPr>
          <a:xfrm>
            <a:off x="12300661" y="2367765"/>
            <a:ext cx="493190" cy="410518"/>
          </a:xfrm>
          <a:prstGeom prst="rect">
            <a:avLst/>
          </a:prstGeom>
          <a:noFill/>
        </p:spPr>
        <p:txBody>
          <a:bodyPr wrap="square" rtlCol="0">
            <a:noAutofit/>
          </a:bodyPr>
          <a:lstStyle/>
          <a:p>
            <a:r>
              <a:rPr lang="en-US" sz="700" dirty="0">
                <a:solidFill>
                  <a:schemeClr val="bg1"/>
                </a:solidFill>
              </a:rPr>
              <a:t>R: 131</a:t>
            </a:r>
          </a:p>
          <a:p>
            <a:r>
              <a:rPr lang="en-US" sz="700" dirty="0">
                <a:solidFill>
                  <a:schemeClr val="bg1"/>
                </a:solidFill>
              </a:rPr>
              <a:t>G: 100</a:t>
            </a:r>
          </a:p>
          <a:p>
            <a:r>
              <a:rPr lang="en-US" sz="700" dirty="0">
                <a:solidFill>
                  <a:schemeClr val="bg1"/>
                </a:solidFill>
              </a:rPr>
              <a:t>B: 52</a:t>
            </a:r>
          </a:p>
        </p:txBody>
      </p:sp>
      <p:sp>
        <p:nvSpPr>
          <p:cNvPr id="81" name="TextBox 80">
            <a:extLst>
              <a:ext uri="{FF2B5EF4-FFF2-40B4-BE49-F238E27FC236}">
                <a16:creationId xmlns:a16="http://schemas.microsoft.com/office/drawing/2014/main" id="{9C4E927C-99D6-B848-9441-6381DBA58C65}"/>
              </a:ext>
            </a:extLst>
          </p:cNvPr>
          <p:cNvSpPr txBox="1"/>
          <p:nvPr userDrawn="1"/>
        </p:nvSpPr>
        <p:spPr>
          <a:xfrm>
            <a:off x="12587454" y="2367765"/>
            <a:ext cx="351714" cy="410518"/>
          </a:xfrm>
          <a:prstGeom prst="rect">
            <a:avLst/>
          </a:prstGeom>
          <a:noFill/>
        </p:spPr>
        <p:txBody>
          <a:bodyPr wrap="square" rtlCol="0">
            <a:noAutofit/>
          </a:bodyPr>
          <a:lstStyle/>
          <a:p>
            <a:r>
              <a:rPr lang="en-US" sz="700" dirty="0">
                <a:solidFill>
                  <a:schemeClr val="bg1"/>
                </a:solidFill>
              </a:rPr>
              <a:t>181</a:t>
            </a:r>
          </a:p>
          <a:p>
            <a:r>
              <a:rPr lang="en-US" sz="700" dirty="0">
                <a:solidFill>
                  <a:schemeClr val="bg1"/>
                </a:solidFill>
              </a:rPr>
              <a:t>147</a:t>
            </a:r>
          </a:p>
          <a:p>
            <a:r>
              <a:rPr lang="en-US" sz="700" dirty="0">
                <a:solidFill>
                  <a:schemeClr val="bg1"/>
                </a:solidFill>
              </a:rPr>
              <a:t>98</a:t>
            </a:r>
          </a:p>
        </p:txBody>
      </p:sp>
      <p:sp>
        <p:nvSpPr>
          <p:cNvPr id="82" name="TextBox 81">
            <a:extLst>
              <a:ext uri="{FF2B5EF4-FFF2-40B4-BE49-F238E27FC236}">
                <a16:creationId xmlns:a16="http://schemas.microsoft.com/office/drawing/2014/main" id="{D97B0F40-5789-2643-80E6-87D1E5C3373C}"/>
              </a:ext>
            </a:extLst>
          </p:cNvPr>
          <p:cNvSpPr txBox="1"/>
          <p:nvPr userDrawn="1"/>
        </p:nvSpPr>
        <p:spPr>
          <a:xfrm>
            <a:off x="12256911" y="0"/>
            <a:ext cx="1059461" cy="215444"/>
          </a:xfrm>
          <a:prstGeom prst="rect">
            <a:avLst/>
          </a:prstGeom>
          <a:noFill/>
        </p:spPr>
        <p:txBody>
          <a:bodyPr wrap="square" rtlCol="0">
            <a:spAutoFit/>
          </a:bodyPr>
          <a:lstStyle/>
          <a:p>
            <a:pPr algn="l"/>
            <a:r>
              <a:rPr lang="en-US" sz="800" dirty="0">
                <a:solidFill>
                  <a:schemeClr val="bg1"/>
                </a:solidFill>
              </a:rPr>
              <a:t>Prosci Color Library</a:t>
            </a:r>
          </a:p>
        </p:txBody>
      </p:sp>
      <p:sp>
        <p:nvSpPr>
          <p:cNvPr id="83" name="Rectangle 82">
            <a:extLst>
              <a:ext uri="{FF2B5EF4-FFF2-40B4-BE49-F238E27FC236}">
                <a16:creationId xmlns:a16="http://schemas.microsoft.com/office/drawing/2014/main" id="{08911E5B-3BBC-4B46-9777-F4AD741110C6}"/>
              </a:ext>
            </a:extLst>
          </p:cNvPr>
          <p:cNvSpPr/>
          <p:nvPr userDrawn="1"/>
        </p:nvSpPr>
        <p:spPr>
          <a:xfrm>
            <a:off x="12829683" y="604469"/>
            <a:ext cx="228600" cy="228600"/>
          </a:xfrm>
          <a:prstGeom prst="rect">
            <a:avLst/>
          </a:prstGeom>
          <a:solidFill>
            <a:srgbClr val="6566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4" name="Rectangle 83">
            <a:extLst>
              <a:ext uri="{FF2B5EF4-FFF2-40B4-BE49-F238E27FC236}">
                <a16:creationId xmlns:a16="http://schemas.microsoft.com/office/drawing/2014/main" id="{9F038F1C-D1C4-6C4F-8961-800A77E08AD7}"/>
              </a:ext>
            </a:extLst>
          </p:cNvPr>
          <p:cNvSpPr/>
          <p:nvPr userDrawn="1"/>
        </p:nvSpPr>
        <p:spPr>
          <a:xfrm>
            <a:off x="13055732" y="604469"/>
            <a:ext cx="228600" cy="228600"/>
          </a:xfrm>
          <a:prstGeom prst="rect">
            <a:avLst/>
          </a:prstGeom>
          <a:solidFill>
            <a:srgbClr val="9798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Rectangle 84">
            <a:extLst>
              <a:ext uri="{FF2B5EF4-FFF2-40B4-BE49-F238E27FC236}">
                <a16:creationId xmlns:a16="http://schemas.microsoft.com/office/drawing/2014/main" id="{FC4A3F3C-057B-A14C-8BB0-394D0C171965}"/>
              </a:ext>
            </a:extLst>
          </p:cNvPr>
          <p:cNvSpPr/>
          <p:nvPr userDrawn="1"/>
        </p:nvSpPr>
        <p:spPr>
          <a:xfrm>
            <a:off x="12829683" y="833070"/>
            <a:ext cx="228600" cy="228600"/>
          </a:xfrm>
          <a:prstGeom prst="rect">
            <a:avLst/>
          </a:prstGeom>
          <a:solidFill>
            <a:srgbClr val="B7B8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6" name="Rectangle 85">
            <a:extLst>
              <a:ext uri="{FF2B5EF4-FFF2-40B4-BE49-F238E27FC236}">
                <a16:creationId xmlns:a16="http://schemas.microsoft.com/office/drawing/2014/main" id="{A5CC25A7-A70B-F94F-A99A-4C470FF1B3B1}"/>
              </a:ext>
            </a:extLst>
          </p:cNvPr>
          <p:cNvSpPr/>
          <p:nvPr userDrawn="1"/>
        </p:nvSpPr>
        <p:spPr>
          <a:xfrm>
            <a:off x="13055732" y="833070"/>
            <a:ext cx="228600" cy="228600"/>
          </a:xfrm>
          <a:prstGeom prst="rect">
            <a:avLst/>
          </a:prstGeom>
          <a:solidFill>
            <a:srgbClr val="ECEB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7" name="Rectangle 86">
            <a:extLst>
              <a:ext uri="{FF2B5EF4-FFF2-40B4-BE49-F238E27FC236}">
                <a16:creationId xmlns:a16="http://schemas.microsoft.com/office/drawing/2014/main" id="{31CD5C21-3A2A-1E4F-BBD2-85F9BF312054}"/>
              </a:ext>
            </a:extLst>
          </p:cNvPr>
          <p:cNvSpPr/>
          <p:nvPr userDrawn="1"/>
        </p:nvSpPr>
        <p:spPr>
          <a:xfrm>
            <a:off x="12835275" y="2305476"/>
            <a:ext cx="228600" cy="228600"/>
          </a:xfrm>
          <a:prstGeom prst="rect">
            <a:avLst/>
          </a:prstGeom>
          <a:solidFill>
            <a:srgbClr val="C4AF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Rectangle 87">
            <a:extLst>
              <a:ext uri="{FF2B5EF4-FFF2-40B4-BE49-F238E27FC236}">
                <a16:creationId xmlns:a16="http://schemas.microsoft.com/office/drawing/2014/main" id="{915458F7-BED2-4E4E-A9DB-B80057E000BA}"/>
              </a:ext>
            </a:extLst>
          </p:cNvPr>
          <p:cNvSpPr/>
          <p:nvPr userDrawn="1"/>
        </p:nvSpPr>
        <p:spPr>
          <a:xfrm>
            <a:off x="13061324" y="2305476"/>
            <a:ext cx="228600" cy="228600"/>
          </a:xfrm>
          <a:prstGeom prst="rect">
            <a:avLst/>
          </a:prstGeom>
          <a:solidFill>
            <a:srgbClr val="D6C8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0" name="Rectangle 129">
            <a:extLst>
              <a:ext uri="{FF2B5EF4-FFF2-40B4-BE49-F238E27FC236}">
                <a16:creationId xmlns:a16="http://schemas.microsoft.com/office/drawing/2014/main" id="{320161EA-CFB2-944D-9AAA-5C7EF3132EDB}"/>
              </a:ext>
            </a:extLst>
          </p:cNvPr>
          <p:cNvSpPr/>
          <p:nvPr userDrawn="1"/>
        </p:nvSpPr>
        <p:spPr>
          <a:xfrm>
            <a:off x="12835275" y="2534077"/>
            <a:ext cx="228600" cy="228600"/>
          </a:xfrm>
          <a:prstGeom prst="rect">
            <a:avLst/>
          </a:prstGeom>
          <a:solidFill>
            <a:srgbClr val="EAE3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1" name="Rectangle 130">
            <a:extLst>
              <a:ext uri="{FF2B5EF4-FFF2-40B4-BE49-F238E27FC236}">
                <a16:creationId xmlns:a16="http://schemas.microsoft.com/office/drawing/2014/main" id="{A34C057D-6E45-8949-AFBE-E61C67160B9A}"/>
              </a:ext>
            </a:extLst>
          </p:cNvPr>
          <p:cNvSpPr/>
          <p:nvPr userDrawn="1"/>
        </p:nvSpPr>
        <p:spPr>
          <a:xfrm>
            <a:off x="13061324" y="2534077"/>
            <a:ext cx="228600" cy="228600"/>
          </a:xfrm>
          <a:prstGeom prst="rect">
            <a:avLst/>
          </a:prstGeom>
          <a:solidFill>
            <a:srgbClr val="FBF4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2" name="Rectangle 131">
            <a:extLst>
              <a:ext uri="{FF2B5EF4-FFF2-40B4-BE49-F238E27FC236}">
                <a16:creationId xmlns:a16="http://schemas.microsoft.com/office/drawing/2014/main" id="{6FCB66EF-25A7-3E40-90A3-1CD80CC66495}"/>
              </a:ext>
            </a:extLst>
          </p:cNvPr>
          <p:cNvSpPr/>
          <p:nvPr userDrawn="1"/>
        </p:nvSpPr>
        <p:spPr>
          <a:xfrm>
            <a:off x="12373117" y="3076630"/>
            <a:ext cx="457200" cy="4572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3" name="TextBox 132">
            <a:extLst>
              <a:ext uri="{FF2B5EF4-FFF2-40B4-BE49-F238E27FC236}">
                <a16:creationId xmlns:a16="http://schemas.microsoft.com/office/drawing/2014/main" id="{0F14BA84-6A12-2448-86F9-C747D7F6ECA7}"/>
              </a:ext>
            </a:extLst>
          </p:cNvPr>
          <p:cNvSpPr txBox="1"/>
          <p:nvPr userDrawn="1"/>
        </p:nvSpPr>
        <p:spPr>
          <a:xfrm>
            <a:off x="12449532" y="3149308"/>
            <a:ext cx="297882" cy="314980"/>
          </a:xfrm>
          <a:prstGeom prst="rect">
            <a:avLst/>
          </a:prstGeom>
          <a:noFill/>
        </p:spPr>
        <p:txBody>
          <a:bodyPr wrap="square" lIns="0" tIns="0" rIns="0" bIns="0" rtlCol="0">
            <a:noAutofit/>
          </a:bodyPr>
          <a:lstStyle/>
          <a:p>
            <a:r>
              <a:rPr lang="en-US" sz="700" dirty="0">
                <a:solidFill>
                  <a:schemeClr val="bg1"/>
                </a:solidFill>
              </a:rPr>
              <a:t>R: 43</a:t>
            </a:r>
          </a:p>
          <a:p>
            <a:r>
              <a:rPr lang="en-US" sz="700" dirty="0">
                <a:solidFill>
                  <a:schemeClr val="bg1"/>
                </a:solidFill>
              </a:rPr>
              <a:t>G: 72</a:t>
            </a:r>
          </a:p>
          <a:p>
            <a:r>
              <a:rPr lang="en-US" sz="700" dirty="0">
                <a:solidFill>
                  <a:schemeClr val="bg1"/>
                </a:solidFill>
              </a:rPr>
              <a:t>B: 72</a:t>
            </a:r>
          </a:p>
        </p:txBody>
      </p:sp>
      <p:sp>
        <p:nvSpPr>
          <p:cNvPr id="134" name="Rectangle 133">
            <a:extLst>
              <a:ext uri="{FF2B5EF4-FFF2-40B4-BE49-F238E27FC236}">
                <a16:creationId xmlns:a16="http://schemas.microsoft.com/office/drawing/2014/main" id="{2F4591BF-3ED6-E742-8ED0-D8941163367F}"/>
              </a:ext>
            </a:extLst>
          </p:cNvPr>
          <p:cNvSpPr/>
          <p:nvPr userDrawn="1"/>
        </p:nvSpPr>
        <p:spPr>
          <a:xfrm>
            <a:off x="12829683" y="3076629"/>
            <a:ext cx="228600" cy="228600"/>
          </a:xfrm>
          <a:prstGeom prst="rect">
            <a:avLst/>
          </a:prstGeom>
          <a:solidFill>
            <a:srgbClr val="588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5" name="Rectangle 134">
            <a:extLst>
              <a:ext uri="{FF2B5EF4-FFF2-40B4-BE49-F238E27FC236}">
                <a16:creationId xmlns:a16="http://schemas.microsoft.com/office/drawing/2014/main" id="{E22ED8B5-ED68-2948-9424-EF7C3FC9FEF2}"/>
              </a:ext>
            </a:extLst>
          </p:cNvPr>
          <p:cNvSpPr/>
          <p:nvPr userDrawn="1"/>
        </p:nvSpPr>
        <p:spPr>
          <a:xfrm>
            <a:off x="13055732" y="3076629"/>
            <a:ext cx="228600" cy="228600"/>
          </a:xfrm>
          <a:prstGeom prst="rect">
            <a:avLst/>
          </a:prstGeom>
          <a:solidFill>
            <a:srgbClr val="8FAC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6" name="Rectangle 135">
            <a:extLst>
              <a:ext uri="{FF2B5EF4-FFF2-40B4-BE49-F238E27FC236}">
                <a16:creationId xmlns:a16="http://schemas.microsoft.com/office/drawing/2014/main" id="{D14BBACB-E9BB-0A4C-9604-9332125F7429}"/>
              </a:ext>
            </a:extLst>
          </p:cNvPr>
          <p:cNvSpPr/>
          <p:nvPr userDrawn="1"/>
        </p:nvSpPr>
        <p:spPr>
          <a:xfrm>
            <a:off x="12829683" y="3305230"/>
            <a:ext cx="228600" cy="228600"/>
          </a:xfrm>
          <a:prstGeom prst="rect">
            <a:avLst/>
          </a:prstGeom>
          <a:solidFill>
            <a:srgbClr val="C7D5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7" name="Rectangle 136">
            <a:extLst>
              <a:ext uri="{FF2B5EF4-FFF2-40B4-BE49-F238E27FC236}">
                <a16:creationId xmlns:a16="http://schemas.microsoft.com/office/drawing/2014/main" id="{FD724D22-FAB0-3B45-BBAB-3791D261C380}"/>
              </a:ext>
            </a:extLst>
          </p:cNvPr>
          <p:cNvSpPr/>
          <p:nvPr userDrawn="1"/>
        </p:nvSpPr>
        <p:spPr>
          <a:xfrm>
            <a:off x="13055732" y="3305230"/>
            <a:ext cx="228600" cy="228600"/>
          </a:xfrm>
          <a:prstGeom prst="rect">
            <a:avLst/>
          </a:prstGeom>
          <a:solidFill>
            <a:srgbClr val="E2EB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8" name="Rectangle 137">
            <a:extLst>
              <a:ext uri="{FF2B5EF4-FFF2-40B4-BE49-F238E27FC236}">
                <a16:creationId xmlns:a16="http://schemas.microsoft.com/office/drawing/2014/main" id="{9EAE73D8-6B9C-6143-ABC9-C73DADF815AC}"/>
              </a:ext>
            </a:extLst>
          </p:cNvPr>
          <p:cNvSpPr/>
          <p:nvPr userDrawn="1"/>
        </p:nvSpPr>
        <p:spPr>
          <a:xfrm>
            <a:off x="12829683" y="3920079"/>
            <a:ext cx="228600" cy="228600"/>
          </a:xfrm>
          <a:prstGeom prst="rect">
            <a:avLst/>
          </a:prstGeom>
          <a:solidFill>
            <a:srgbClr val="B6AE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9" name="Rectangle 138">
            <a:extLst>
              <a:ext uri="{FF2B5EF4-FFF2-40B4-BE49-F238E27FC236}">
                <a16:creationId xmlns:a16="http://schemas.microsoft.com/office/drawing/2014/main" id="{35737B48-C240-4445-A6CB-1B58DDE28B60}"/>
              </a:ext>
            </a:extLst>
          </p:cNvPr>
          <p:cNvSpPr/>
          <p:nvPr userDrawn="1"/>
        </p:nvSpPr>
        <p:spPr>
          <a:xfrm>
            <a:off x="13055732" y="3920079"/>
            <a:ext cx="228600" cy="228600"/>
          </a:xfrm>
          <a:prstGeom prst="rect">
            <a:avLst/>
          </a:prstGeom>
          <a:solidFill>
            <a:srgbClr val="666F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0" name="Rectangle 139">
            <a:extLst>
              <a:ext uri="{FF2B5EF4-FFF2-40B4-BE49-F238E27FC236}">
                <a16:creationId xmlns:a16="http://schemas.microsoft.com/office/drawing/2014/main" id="{E8B63BD0-EEA3-2B41-AF8F-6FDFDD43E0E7}"/>
              </a:ext>
            </a:extLst>
          </p:cNvPr>
          <p:cNvSpPr/>
          <p:nvPr userDrawn="1"/>
        </p:nvSpPr>
        <p:spPr>
          <a:xfrm>
            <a:off x="12829683" y="4148680"/>
            <a:ext cx="228600" cy="228600"/>
          </a:xfrm>
          <a:prstGeom prst="rect">
            <a:avLst/>
          </a:prstGeom>
          <a:solidFill>
            <a:srgbClr val="B149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1" name="Rectangle 140">
            <a:extLst>
              <a:ext uri="{FF2B5EF4-FFF2-40B4-BE49-F238E27FC236}">
                <a16:creationId xmlns:a16="http://schemas.microsoft.com/office/drawing/2014/main" id="{6833D6BB-FDE2-1D4C-BB89-FCE67891C27C}"/>
              </a:ext>
            </a:extLst>
          </p:cNvPr>
          <p:cNvSpPr/>
          <p:nvPr userDrawn="1"/>
        </p:nvSpPr>
        <p:spPr>
          <a:xfrm>
            <a:off x="13055732" y="4148680"/>
            <a:ext cx="228600" cy="228600"/>
          </a:xfrm>
          <a:prstGeom prst="rect">
            <a:avLst/>
          </a:prstGeom>
          <a:solidFill>
            <a:srgbClr val="B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2" name="Rectangle 141">
            <a:extLst>
              <a:ext uri="{FF2B5EF4-FFF2-40B4-BE49-F238E27FC236}">
                <a16:creationId xmlns:a16="http://schemas.microsoft.com/office/drawing/2014/main" id="{C7A518AE-A503-064B-A251-DCF10F4E7A78}"/>
              </a:ext>
            </a:extLst>
          </p:cNvPr>
          <p:cNvSpPr/>
          <p:nvPr userDrawn="1"/>
        </p:nvSpPr>
        <p:spPr>
          <a:xfrm>
            <a:off x="12377952" y="3920079"/>
            <a:ext cx="228600" cy="228600"/>
          </a:xfrm>
          <a:prstGeom prst="rect">
            <a:avLst/>
          </a:prstGeom>
          <a:solidFill>
            <a:srgbClr val="025C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3" name="Rectangle 142">
            <a:extLst>
              <a:ext uri="{FF2B5EF4-FFF2-40B4-BE49-F238E27FC236}">
                <a16:creationId xmlns:a16="http://schemas.microsoft.com/office/drawing/2014/main" id="{D1B8EE98-85A6-D84C-920B-56F65F7F1D29}"/>
              </a:ext>
            </a:extLst>
          </p:cNvPr>
          <p:cNvSpPr/>
          <p:nvPr userDrawn="1"/>
        </p:nvSpPr>
        <p:spPr>
          <a:xfrm>
            <a:off x="12604001" y="3920079"/>
            <a:ext cx="228600" cy="228600"/>
          </a:xfrm>
          <a:prstGeom prst="rect">
            <a:avLst/>
          </a:prstGeom>
          <a:solidFill>
            <a:srgbClr val="4399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4" name="Rectangle 143">
            <a:extLst>
              <a:ext uri="{FF2B5EF4-FFF2-40B4-BE49-F238E27FC236}">
                <a16:creationId xmlns:a16="http://schemas.microsoft.com/office/drawing/2014/main" id="{A1BE4E11-E432-A04F-BD2E-A8E78733ED2C}"/>
              </a:ext>
            </a:extLst>
          </p:cNvPr>
          <p:cNvSpPr/>
          <p:nvPr userDrawn="1"/>
        </p:nvSpPr>
        <p:spPr>
          <a:xfrm>
            <a:off x="12377952" y="4148680"/>
            <a:ext cx="228600" cy="228600"/>
          </a:xfrm>
          <a:prstGeom prst="rect">
            <a:avLst/>
          </a:prstGeom>
          <a:solidFill>
            <a:srgbClr val="3F67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5" name="Rectangle 144">
            <a:extLst>
              <a:ext uri="{FF2B5EF4-FFF2-40B4-BE49-F238E27FC236}">
                <a16:creationId xmlns:a16="http://schemas.microsoft.com/office/drawing/2014/main" id="{E6061A52-EA97-1345-BA14-FEF38023BBC3}"/>
              </a:ext>
            </a:extLst>
          </p:cNvPr>
          <p:cNvSpPr/>
          <p:nvPr userDrawn="1"/>
        </p:nvSpPr>
        <p:spPr>
          <a:xfrm>
            <a:off x="12604001" y="4148680"/>
            <a:ext cx="228600" cy="228600"/>
          </a:xfrm>
          <a:prstGeom prst="rect">
            <a:avLst/>
          </a:prstGeom>
          <a:solidFill>
            <a:srgbClr val="8C96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6" name="TextBox 145">
            <a:extLst>
              <a:ext uri="{FF2B5EF4-FFF2-40B4-BE49-F238E27FC236}">
                <a16:creationId xmlns:a16="http://schemas.microsoft.com/office/drawing/2014/main" id="{AA2EDB6F-67FF-2746-8693-349CEF4A4346}"/>
              </a:ext>
            </a:extLst>
          </p:cNvPr>
          <p:cNvSpPr txBox="1"/>
          <p:nvPr userDrawn="1"/>
        </p:nvSpPr>
        <p:spPr>
          <a:xfrm>
            <a:off x="12375444" y="463072"/>
            <a:ext cx="873195" cy="123111"/>
          </a:xfrm>
          <a:prstGeom prst="rect">
            <a:avLst/>
          </a:prstGeom>
          <a:noFill/>
        </p:spPr>
        <p:txBody>
          <a:bodyPr wrap="square" lIns="0" tIns="0" rIns="0" bIns="0" rtlCol="0">
            <a:spAutoFit/>
          </a:bodyPr>
          <a:lstStyle/>
          <a:p>
            <a:pPr algn="l"/>
            <a:r>
              <a:rPr lang="en-US" sz="800" dirty="0">
                <a:solidFill>
                  <a:schemeClr val="bg1"/>
                </a:solidFill>
              </a:rPr>
              <a:t>Purple</a:t>
            </a:r>
          </a:p>
        </p:txBody>
      </p:sp>
      <p:sp>
        <p:nvSpPr>
          <p:cNvPr id="147" name="TextBox 146">
            <a:extLst>
              <a:ext uri="{FF2B5EF4-FFF2-40B4-BE49-F238E27FC236}">
                <a16:creationId xmlns:a16="http://schemas.microsoft.com/office/drawing/2014/main" id="{60F1B837-0334-4D46-88C2-F048A8D0C5AC}"/>
              </a:ext>
            </a:extLst>
          </p:cNvPr>
          <p:cNvSpPr txBox="1"/>
          <p:nvPr userDrawn="1"/>
        </p:nvSpPr>
        <p:spPr>
          <a:xfrm>
            <a:off x="12375444" y="1430567"/>
            <a:ext cx="873195" cy="123111"/>
          </a:xfrm>
          <a:prstGeom prst="rect">
            <a:avLst/>
          </a:prstGeom>
          <a:noFill/>
        </p:spPr>
        <p:txBody>
          <a:bodyPr wrap="square" lIns="0" tIns="0" rIns="0" bIns="0" rtlCol="0">
            <a:spAutoFit/>
          </a:bodyPr>
          <a:lstStyle/>
          <a:p>
            <a:pPr algn="l"/>
            <a:r>
              <a:rPr lang="en-US" sz="800" dirty="0">
                <a:solidFill>
                  <a:schemeClr val="bg1"/>
                </a:solidFill>
              </a:rPr>
              <a:t>Gray</a:t>
            </a:r>
          </a:p>
        </p:txBody>
      </p:sp>
      <p:sp>
        <p:nvSpPr>
          <p:cNvPr id="148" name="TextBox 147">
            <a:extLst>
              <a:ext uri="{FF2B5EF4-FFF2-40B4-BE49-F238E27FC236}">
                <a16:creationId xmlns:a16="http://schemas.microsoft.com/office/drawing/2014/main" id="{CDFD3C80-E1F8-5A43-B257-A82727D7A685}"/>
              </a:ext>
            </a:extLst>
          </p:cNvPr>
          <p:cNvSpPr txBox="1"/>
          <p:nvPr userDrawn="1"/>
        </p:nvSpPr>
        <p:spPr>
          <a:xfrm>
            <a:off x="12375444" y="2142458"/>
            <a:ext cx="873195" cy="123111"/>
          </a:xfrm>
          <a:prstGeom prst="rect">
            <a:avLst/>
          </a:prstGeom>
          <a:noFill/>
        </p:spPr>
        <p:txBody>
          <a:bodyPr wrap="square" lIns="0" tIns="0" rIns="0" bIns="0" rtlCol="0">
            <a:spAutoFit/>
          </a:bodyPr>
          <a:lstStyle/>
          <a:p>
            <a:pPr algn="l"/>
            <a:r>
              <a:rPr lang="en-US" sz="800" dirty="0">
                <a:solidFill>
                  <a:schemeClr val="bg1"/>
                </a:solidFill>
              </a:rPr>
              <a:t>Gold</a:t>
            </a:r>
          </a:p>
        </p:txBody>
      </p:sp>
      <p:sp>
        <p:nvSpPr>
          <p:cNvPr id="149" name="TextBox 148">
            <a:extLst>
              <a:ext uri="{FF2B5EF4-FFF2-40B4-BE49-F238E27FC236}">
                <a16:creationId xmlns:a16="http://schemas.microsoft.com/office/drawing/2014/main" id="{E448CA53-6270-9F4B-99A5-9BD9283212B8}"/>
              </a:ext>
            </a:extLst>
          </p:cNvPr>
          <p:cNvSpPr txBox="1"/>
          <p:nvPr userDrawn="1"/>
        </p:nvSpPr>
        <p:spPr>
          <a:xfrm>
            <a:off x="12375444" y="2897372"/>
            <a:ext cx="873195" cy="123111"/>
          </a:xfrm>
          <a:prstGeom prst="rect">
            <a:avLst/>
          </a:prstGeom>
          <a:noFill/>
        </p:spPr>
        <p:txBody>
          <a:bodyPr wrap="square" lIns="0" tIns="0" rIns="0" bIns="0" rtlCol="0">
            <a:spAutoFit/>
          </a:bodyPr>
          <a:lstStyle/>
          <a:p>
            <a:pPr algn="l"/>
            <a:r>
              <a:rPr lang="en-US" sz="800" dirty="0">
                <a:solidFill>
                  <a:schemeClr val="bg1"/>
                </a:solidFill>
              </a:rPr>
              <a:t>Evergreen</a:t>
            </a:r>
          </a:p>
        </p:txBody>
      </p:sp>
      <p:sp>
        <p:nvSpPr>
          <p:cNvPr id="150" name="TextBox 149">
            <a:extLst>
              <a:ext uri="{FF2B5EF4-FFF2-40B4-BE49-F238E27FC236}">
                <a16:creationId xmlns:a16="http://schemas.microsoft.com/office/drawing/2014/main" id="{6B1D5E05-B3A6-B34D-BC81-43D3B7CDE82A}"/>
              </a:ext>
            </a:extLst>
          </p:cNvPr>
          <p:cNvSpPr txBox="1"/>
          <p:nvPr userDrawn="1"/>
        </p:nvSpPr>
        <p:spPr>
          <a:xfrm>
            <a:off x="12375444" y="3733800"/>
            <a:ext cx="897343" cy="123111"/>
          </a:xfrm>
          <a:prstGeom prst="rect">
            <a:avLst/>
          </a:prstGeom>
          <a:noFill/>
        </p:spPr>
        <p:txBody>
          <a:bodyPr wrap="square" lIns="0" tIns="0" rIns="0" bIns="0" rtlCol="0">
            <a:spAutoFit/>
          </a:bodyPr>
          <a:lstStyle/>
          <a:p>
            <a:pPr algn="l"/>
            <a:r>
              <a:rPr lang="en-US" sz="800" dirty="0">
                <a:solidFill>
                  <a:schemeClr val="bg1"/>
                </a:solidFill>
              </a:rPr>
              <a:t>Tertiary Colors</a:t>
            </a:r>
          </a:p>
        </p:txBody>
      </p:sp>
      <p:sp>
        <p:nvSpPr>
          <p:cNvPr id="151" name="Rectangle 150">
            <a:extLst>
              <a:ext uri="{FF2B5EF4-FFF2-40B4-BE49-F238E27FC236}">
                <a16:creationId xmlns:a16="http://schemas.microsoft.com/office/drawing/2014/main" id="{74B8CD9D-63B9-6B4D-B3E1-E5A315627381}"/>
              </a:ext>
            </a:extLst>
          </p:cNvPr>
          <p:cNvSpPr/>
          <p:nvPr userDrawn="1"/>
        </p:nvSpPr>
        <p:spPr>
          <a:xfrm>
            <a:off x="12829683" y="4756501"/>
            <a:ext cx="228600" cy="228600"/>
          </a:xfrm>
          <a:prstGeom prst="rect">
            <a:avLst/>
          </a:prstGeom>
          <a:solidFill>
            <a:srgbClr val="A32B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2" name="Rectangle 151">
            <a:extLst>
              <a:ext uri="{FF2B5EF4-FFF2-40B4-BE49-F238E27FC236}">
                <a16:creationId xmlns:a16="http://schemas.microsoft.com/office/drawing/2014/main" id="{4CF4BCFE-EF99-C640-8F94-7B5D35F0B8FD}"/>
              </a:ext>
            </a:extLst>
          </p:cNvPr>
          <p:cNvSpPr/>
          <p:nvPr userDrawn="1"/>
        </p:nvSpPr>
        <p:spPr>
          <a:xfrm>
            <a:off x="12377952" y="4756501"/>
            <a:ext cx="228600" cy="228600"/>
          </a:xfrm>
          <a:prstGeom prst="rect">
            <a:avLst/>
          </a:prstGeom>
          <a:solidFill>
            <a:srgbClr val="4BA4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3" name="Rectangle 152">
            <a:extLst>
              <a:ext uri="{FF2B5EF4-FFF2-40B4-BE49-F238E27FC236}">
                <a16:creationId xmlns:a16="http://schemas.microsoft.com/office/drawing/2014/main" id="{CCFDBEA4-9657-5A4C-90EC-60DEDC2B9426}"/>
              </a:ext>
            </a:extLst>
          </p:cNvPr>
          <p:cNvSpPr/>
          <p:nvPr userDrawn="1"/>
        </p:nvSpPr>
        <p:spPr>
          <a:xfrm>
            <a:off x="12604001" y="4756501"/>
            <a:ext cx="228600" cy="228600"/>
          </a:xfrm>
          <a:prstGeom prst="rect">
            <a:avLst/>
          </a:prstGeom>
          <a:solidFill>
            <a:srgbClr val="E9A5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4" name="TextBox 153">
            <a:extLst>
              <a:ext uri="{FF2B5EF4-FFF2-40B4-BE49-F238E27FC236}">
                <a16:creationId xmlns:a16="http://schemas.microsoft.com/office/drawing/2014/main" id="{DEF7DD28-8A50-8147-B2C7-EF5A06C357D6}"/>
              </a:ext>
            </a:extLst>
          </p:cNvPr>
          <p:cNvSpPr txBox="1"/>
          <p:nvPr userDrawn="1"/>
        </p:nvSpPr>
        <p:spPr>
          <a:xfrm>
            <a:off x="12375444" y="4570222"/>
            <a:ext cx="897343" cy="123111"/>
          </a:xfrm>
          <a:prstGeom prst="rect">
            <a:avLst/>
          </a:prstGeom>
          <a:noFill/>
        </p:spPr>
        <p:txBody>
          <a:bodyPr wrap="square" lIns="0" tIns="0" rIns="0" bIns="0" rtlCol="0">
            <a:spAutoFit/>
          </a:bodyPr>
          <a:lstStyle/>
          <a:p>
            <a:pPr algn="l"/>
            <a:r>
              <a:rPr lang="en-US" sz="800" dirty="0">
                <a:solidFill>
                  <a:schemeClr val="bg1"/>
                </a:solidFill>
              </a:rPr>
              <a:t>Graph Colors</a:t>
            </a:r>
          </a:p>
        </p:txBody>
      </p:sp>
      <p:sp>
        <p:nvSpPr>
          <p:cNvPr id="155" name="TextBox 154">
            <a:extLst>
              <a:ext uri="{FF2B5EF4-FFF2-40B4-BE49-F238E27FC236}">
                <a16:creationId xmlns:a16="http://schemas.microsoft.com/office/drawing/2014/main" id="{2CB94037-CCF2-F24D-87DF-D044FB0DFC3B}"/>
              </a:ext>
            </a:extLst>
          </p:cNvPr>
          <p:cNvSpPr txBox="1"/>
          <p:nvPr userDrawn="1"/>
        </p:nvSpPr>
        <p:spPr>
          <a:xfrm>
            <a:off x="12461582" y="4800600"/>
            <a:ext cx="100091" cy="125819"/>
          </a:xfrm>
          <a:prstGeom prst="rect">
            <a:avLst/>
          </a:prstGeom>
          <a:noFill/>
        </p:spPr>
        <p:txBody>
          <a:bodyPr wrap="square" lIns="0" tIns="0" rIns="0" bIns="0" rtlCol="0">
            <a:spAutoFit/>
          </a:bodyPr>
          <a:lstStyle/>
          <a:p>
            <a:pPr algn="l"/>
            <a:r>
              <a:rPr lang="en-US" sz="800" dirty="0">
                <a:solidFill>
                  <a:schemeClr val="tx1"/>
                </a:solidFill>
              </a:rPr>
              <a:t>B</a:t>
            </a:r>
          </a:p>
        </p:txBody>
      </p:sp>
      <p:sp>
        <p:nvSpPr>
          <p:cNvPr id="156" name="TextBox 155">
            <a:extLst>
              <a:ext uri="{FF2B5EF4-FFF2-40B4-BE49-F238E27FC236}">
                <a16:creationId xmlns:a16="http://schemas.microsoft.com/office/drawing/2014/main" id="{439806B8-1288-B449-AFB6-02219F2C42B2}"/>
              </a:ext>
            </a:extLst>
          </p:cNvPr>
          <p:cNvSpPr txBox="1"/>
          <p:nvPr userDrawn="1"/>
        </p:nvSpPr>
        <p:spPr>
          <a:xfrm>
            <a:off x="12680242" y="4800600"/>
            <a:ext cx="100091" cy="125819"/>
          </a:xfrm>
          <a:prstGeom prst="rect">
            <a:avLst/>
          </a:prstGeom>
          <a:noFill/>
        </p:spPr>
        <p:txBody>
          <a:bodyPr wrap="square" lIns="0" tIns="0" rIns="0" bIns="0" rtlCol="0">
            <a:spAutoFit/>
          </a:bodyPr>
          <a:lstStyle/>
          <a:p>
            <a:pPr algn="l"/>
            <a:r>
              <a:rPr lang="en-US" sz="800" dirty="0">
                <a:solidFill>
                  <a:schemeClr val="tx1"/>
                </a:solidFill>
              </a:rPr>
              <a:t>B</a:t>
            </a:r>
          </a:p>
        </p:txBody>
      </p:sp>
      <p:sp>
        <p:nvSpPr>
          <p:cNvPr id="157" name="TextBox 156">
            <a:extLst>
              <a:ext uri="{FF2B5EF4-FFF2-40B4-BE49-F238E27FC236}">
                <a16:creationId xmlns:a16="http://schemas.microsoft.com/office/drawing/2014/main" id="{A275DDCB-FE83-0743-87B3-9021CDD1B2AF}"/>
              </a:ext>
            </a:extLst>
          </p:cNvPr>
          <p:cNvSpPr txBox="1"/>
          <p:nvPr userDrawn="1"/>
        </p:nvSpPr>
        <p:spPr>
          <a:xfrm>
            <a:off x="12904304" y="4800600"/>
            <a:ext cx="100091" cy="125819"/>
          </a:xfrm>
          <a:prstGeom prst="rect">
            <a:avLst/>
          </a:prstGeom>
          <a:noFill/>
        </p:spPr>
        <p:txBody>
          <a:bodyPr wrap="square" lIns="0" tIns="0" rIns="0" bIns="0" rtlCol="0">
            <a:spAutoFit/>
          </a:bodyPr>
          <a:lstStyle/>
          <a:p>
            <a:pPr algn="l"/>
            <a:r>
              <a:rPr lang="en-US" sz="800" dirty="0">
                <a:solidFill>
                  <a:schemeClr val="bg1"/>
                </a:solidFill>
              </a:rPr>
              <a:t>W</a:t>
            </a:r>
          </a:p>
        </p:txBody>
      </p:sp>
    </p:spTree>
    <p:extLst>
      <p:ext uri="{BB962C8B-B14F-4D97-AF65-F5344CB8AC3E}">
        <p14:creationId xmlns:p14="http://schemas.microsoft.com/office/powerpoint/2010/main" val="386284695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rosci Objectives Slide 3">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50DD9C2-B080-A54A-AB58-4B31F7C1308D}"/>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507"/>
            <a:ext cx="12192000" cy="3073400"/>
          </a:xfrm>
          <a:prstGeom prst="rect">
            <a:avLst/>
          </a:prstGeom>
        </p:spPr>
      </p:pic>
      <p:sp>
        <p:nvSpPr>
          <p:cNvPr id="7" name="Rectangle 6">
            <a:extLst>
              <a:ext uri="{FF2B5EF4-FFF2-40B4-BE49-F238E27FC236}">
                <a16:creationId xmlns:a16="http://schemas.microsoft.com/office/drawing/2014/main" id="{7D27FA57-0C25-494B-947A-C69578CA06EB}"/>
              </a:ext>
            </a:extLst>
          </p:cNvPr>
          <p:cNvSpPr/>
          <p:nvPr userDrawn="1"/>
        </p:nvSpPr>
        <p:spPr>
          <a:xfrm flipH="1">
            <a:off x="0" y="509"/>
            <a:ext cx="12192000" cy="3072384"/>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a:extLst>
              <a:ext uri="{FF2B5EF4-FFF2-40B4-BE49-F238E27FC236}">
                <a16:creationId xmlns:a16="http://schemas.microsoft.com/office/drawing/2014/main" id="{C1812571-012B-A449-9087-4F388DBE5BE6}"/>
              </a:ext>
            </a:extLst>
          </p:cNvPr>
          <p:cNvSpPr>
            <a:spLocks noGrp="1"/>
          </p:cNvSpPr>
          <p:nvPr>
            <p:ph type="body" sz="quarter" idx="10"/>
          </p:nvPr>
        </p:nvSpPr>
        <p:spPr>
          <a:xfrm>
            <a:off x="304800" y="3470568"/>
            <a:ext cx="11415712" cy="2770187"/>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itle Placeholder 1">
            <a:extLst>
              <a:ext uri="{FF2B5EF4-FFF2-40B4-BE49-F238E27FC236}">
                <a16:creationId xmlns:a16="http://schemas.microsoft.com/office/drawing/2014/main" id="{819103E5-27A3-344B-8881-936342C05250}"/>
              </a:ext>
            </a:extLst>
          </p:cNvPr>
          <p:cNvSpPr>
            <a:spLocks noGrp="1"/>
          </p:cNvSpPr>
          <p:nvPr>
            <p:ph type="title" hasCustomPrompt="1"/>
          </p:nvPr>
        </p:nvSpPr>
        <p:spPr>
          <a:xfrm>
            <a:off x="304800" y="318667"/>
            <a:ext cx="11582400" cy="823204"/>
          </a:xfrm>
          <a:prstGeom prst="rect">
            <a:avLst/>
          </a:prstGeom>
        </p:spPr>
        <p:txBody>
          <a:bodyPr vert="horz" lIns="0" tIns="45720" rIns="0" bIns="45720" rtlCol="0" anchor="t" anchorCtr="0">
            <a:noAutofit/>
          </a:bodyPr>
          <a:lstStyle>
            <a:lvl1pPr>
              <a:defRPr>
                <a:solidFill>
                  <a:schemeClr val="bg1"/>
                </a:solidFill>
              </a:defRPr>
            </a:lvl1pPr>
          </a:lstStyle>
          <a:p>
            <a:r>
              <a:rPr lang="en-US" dirty="0"/>
              <a:t>Click to Edit Slide Title</a:t>
            </a:r>
          </a:p>
        </p:txBody>
      </p:sp>
    </p:spTree>
    <p:extLst>
      <p:ext uri="{BB962C8B-B14F-4D97-AF65-F5344CB8AC3E}">
        <p14:creationId xmlns:p14="http://schemas.microsoft.com/office/powerpoint/2010/main" val="990457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rosci Objectives Slide 5">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BEB270C-C086-FE47-9088-C9FE0ECF02AC}"/>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3785616"/>
            <a:ext cx="12192000" cy="3072384"/>
          </a:xfrm>
          <a:prstGeom prst="rect">
            <a:avLst/>
          </a:prstGeom>
        </p:spPr>
      </p:pic>
      <p:sp>
        <p:nvSpPr>
          <p:cNvPr id="21" name="Title Placeholder 1">
            <a:extLst>
              <a:ext uri="{FF2B5EF4-FFF2-40B4-BE49-F238E27FC236}">
                <a16:creationId xmlns:a16="http://schemas.microsoft.com/office/drawing/2014/main" id="{1C3C3A0D-E7A3-B84A-96DF-7FD3A1239FEF}"/>
              </a:ext>
            </a:extLst>
          </p:cNvPr>
          <p:cNvSpPr>
            <a:spLocks noGrp="1"/>
          </p:cNvSpPr>
          <p:nvPr>
            <p:ph type="title" hasCustomPrompt="1"/>
          </p:nvPr>
        </p:nvSpPr>
        <p:spPr>
          <a:xfrm>
            <a:off x="304800" y="318667"/>
            <a:ext cx="11582400" cy="489201"/>
          </a:xfrm>
          <a:prstGeom prst="rect">
            <a:avLst/>
          </a:prstGeom>
        </p:spPr>
        <p:txBody>
          <a:bodyPr vert="horz" lIns="0" tIns="45720" rIns="0" bIns="45720" rtlCol="0" anchor="t" anchorCtr="0">
            <a:noAutofit/>
          </a:bodyPr>
          <a:lstStyle/>
          <a:p>
            <a:r>
              <a:rPr lang="en-US" dirty="0"/>
              <a:t>Click to Edit Slide Title</a:t>
            </a:r>
          </a:p>
        </p:txBody>
      </p:sp>
      <p:sp>
        <p:nvSpPr>
          <p:cNvPr id="22" name="Text Placeholder 2">
            <a:extLst>
              <a:ext uri="{FF2B5EF4-FFF2-40B4-BE49-F238E27FC236}">
                <a16:creationId xmlns:a16="http://schemas.microsoft.com/office/drawing/2014/main" id="{794774A6-B823-7944-85EE-92A20C00E4CC}"/>
              </a:ext>
            </a:extLst>
          </p:cNvPr>
          <p:cNvSpPr>
            <a:spLocks noGrp="1"/>
          </p:cNvSpPr>
          <p:nvPr>
            <p:ph type="body" sz="quarter" idx="10" hasCustomPrompt="1"/>
          </p:nvPr>
        </p:nvSpPr>
        <p:spPr>
          <a:xfrm>
            <a:off x="304800" y="1073597"/>
            <a:ext cx="11415712" cy="2415328"/>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86BBEDFC-9E36-B644-B084-D4ED0BFCB15E}"/>
              </a:ext>
            </a:extLst>
          </p:cNvPr>
          <p:cNvCxnSpPr/>
          <p:nvPr userDrawn="1"/>
        </p:nvCxnSpPr>
        <p:spPr>
          <a:xfrm>
            <a:off x="11453158" y="6492751"/>
            <a:ext cx="0" cy="29412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E70AF00C-3171-B242-8593-A264AC16E042}"/>
              </a:ext>
            </a:extLst>
          </p:cNvPr>
          <p:cNvSpPr/>
          <p:nvPr userDrawn="1"/>
        </p:nvSpPr>
        <p:spPr>
          <a:xfrm flipH="1">
            <a:off x="0" y="3785616"/>
            <a:ext cx="12192000" cy="3072384"/>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79C5198A-5523-D341-9E54-5B1FD3240273}"/>
              </a:ext>
            </a:extLst>
          </p:cNvPr>
          <p:cNvSpPr/>
          <p:nvPr userDrawn="1"/>
        </p:nvSpPr>
        <p:spPr>
          <a:xfrm>
            <a:off x="304800" y="6580759"/>
            <a:ext cx="1472725" cy="1447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r>
              <a:rPr lang="en-US" sz="700" dirty="0">
                <a:solidFill>
                  <a:schemeClr val="bg1"/>
                </a:solidFill>
              </a:rPr>
              <a:t>© Prosci, Inc. All Rights Reserved.</a:t>
            </a:r>
          </a:p>
        </p:txBody>
      </p:sp>
      <p:pic>
        <p:nvPicPr>
          <p:cNvPr id="25" name="Picture 24">
            <a:extLst>
              <a:ext uri="{FF2B5EF4-FFF2-40B4-BE49-F238E27FC236}">
                <a16:creationId xmlns:a16="http://schemas.microsoft.com/office/drawing/2014/main" id="{6EB7FB42-E11D-DD4F-8B06-CAE6E820BB2B}"/>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0454736" y="6517717"/>
            <a:ext cx="794925" cy="244192"/>
          </a:xfrm>
          <a:prstGeom prst="rect">
            <a:avLst/>
          </a:prstGeom>
        </p:spPr>
      </p:pic>
      <p:cxnSp>
        <p:nvCxnSpPr>
          <p:cNvPr id="26" name="Straight Connector 25">
            <a:extLst>
              <a:ext uri="{FF2B5EF4-FFF2-40B4-BE49-F238E27FC236}">
                <a16:creationId xmlns:a16="http://schemas.microsoft.com/office/drawing/2014/main" id="{5ECCFCB3-5E90-EE43-A8C2-C5259E0F35BF}"/>
              </a:ext>
            </a:extLst>
          </p:cNvPr>
          <p:cNvCxnSpPr/>
          <p:nvPr userDrawn="1"/>
        </p:nvCxnSpPr>
        <p:spPr>
          <a:xfrm>
            <a:off x="11453158" y="6492751"/>
            <a:ext cx="0" cy="29412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BD6DB671-6741-0B4A-95A1-00651A88A03A}"/>
              </a:ext>
            </a:extLst>
          </p:cNvPr>
          <p:cNvSpPr txBox="1"/>
          <p:nvPr userDrawn="1"/>
        </p:nvSpPr>
        <p:spPr>
          <a:xfrm>
            <a:off x="11347433" y="6555883"/>
            <a:ext cx="550599" cy="188208"/>
          </a:xfrm>
          <a:prstGeom prst="rect">
            <a:avLst/>
          </a:prstGeom>
          <a:noFill/>
        </p:spPr>
        <p:txBody>
          <a:bodyPr wrap="square" lIns="0" tIns="0" rIns="0" bIns="0" rtlCol="0" anchor="ctr" anchorCtr="0">
            <a:noAutofit/>
          </a:bodyPr>
          <a:lstStyle/>
          <a:p>
            <a:pPr algn="r"/>
            <a:fld id="{6A21607A-54C6-4AA9-9888-5B5B34E8AA34}" type="slidenum">
              <a:rPr lang="en-US" sz="1100" kern="1200" smtClean="0">
                <a:solidFill>
                  <a:schemeClr val="bg1"/>
                </a:solidFill>
                <a:latin typeface="+mn-lt"/>
                <a:ea typeface="+mn-ea"/>
                <a:cs typeface="+mn-cs"/>
              </a:rPr>
              <a:pPr algn="r"/>
              <a:t>‹#›</a:t>
            </a:fld>
            <a:endParaRPr lang="en-US" sz="1100" kern="1200" dirty="0">
              <a:solidFill>
                <a:schemeClr val="bg1"/>
              </a:solidFill>
              <a:latin typeface="+mn-lt"/>
              <a:ea typeface="+mn-ea"/>
              <a:cs typeface="+mn-cs"/>
            </a:endParaRPr>
          </a:p>
        </p:txBody>
      </p:sp>
    </p:spTree>
    <p:extLst>
      <p:ext uri="{BB962C8B-B14F-4D97-AF65-F5344CB8AC3E}">
        <p14:creationId xmlns:p14="http://schemas.microsoft.com/office/powerpoint/2010/main" val="34380410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rosci Closing Slide 1">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079E9C4-B0AB-E54D-8F1D-656483031726}"/>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Rectangle 10">
            <a:extLst>
              <a:ext uri="{FF2B5EF4-FFF2-40B4-BE49-F238E27FC236}">
                <a16:creationId xmlns:a16="http://schemas.microsoft.com/office/drawing/2014/main" id="{5F9A8E38-1E0B-6148-869D-80CDC00D2BA4}"/>
              </a:ext>
            </a:extLst>
          </p:cNvPr>
          <p:cNvSpPr/>
          <p:nvPr userDrawn="1"/>
        </p:nvSpPr>
        <p:spPr>
          <a:xfrm>
            <a:off x="0" y="0"/>
            <a:ext cx="12192000" cy="6858000"/>
          </a:xfrm>
          <a:prstGeom prst="rect">
            <a:avLst/>
          </a:prstGeom>
          <a:solidFill>
            <a:srgbClr val="FCFCFC">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13" name="Picture 12">
            <a:extLst>
              <a:ext uri="{FF2B5EF4-FFF2-40B4-BE49-F238E27FC236}">
                <a16:creationId xmlns:a16="http://schemas.microsoft.com/office/drawing/2014/main" id="{8D51EB03-5C5D-2A41-A574-F31475430255}"/>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5341476" y="6041008"/>
            <a:ext cx="1509049" cy="547200"/>
          </a:xfrm>
          <a:prstGeom prst="rect">
            <a:avLst/>
          </a:prstGeom>
        </p:spPr>
      </p:pic>
      <p:sp>
        <p:nvSpPr>
          <p:cNvPr id="6" name="Text Placeholder 2">
            <a:extLst>
              <a:ext uri="{FF2B5EF4-FFF2-40B4-BE49-F238E27FC236}">
                <a16:creationId xmlns:a16="http://schemas.microsoft.com/office/drawing/2014/main" id="{F9547855-32A9-374D-9B63-AF79CBF5470C}"/>
              </a:ext>
            </a:extLst>
          </p:cNvPr>
          <p:cNvSpPr>
            <a:spLocks noGrp="1"/>
          </p:cNvSpPr>
          <p:nvPr>
            <p:ph type="body" sz="quarter" idx="11" hasCustomPrompt="1"/>
          </p:nvPr>
        </p:nvSpPr>
        <p:spPr>
          <a:xfrm>
            <a:off x="1480594" y="5248915"/>
            <a:ext cx="9230813" cy="522302"/>
          </a:xfrm>
        </p:spPr>
        <p:txBody>
          <a:bodyPr>
            <a:noAutofit/>
          </a:bodyPr>
          <a:lstStyle>
            <a:lvl1pPr algn="ctr">
              <a:buFontTx/>
              <a:buNone/>
              <a:defRPr sz="2400">
                <a:solidFill>
                  <a:schemeClr val="accent1"/>
                </a:solidFill>
                <a:latin typeface="+mj-lt"/>
              </a:defRPr>
            </a:lvl1pPr>
          </a:lstStyle>
          <a:p>
            <a:pPr lvl="0"/>
            <a:r>
              <a:rPr lang="en-US" dirty="0" err="1"/>
              <a:t>solutions@prosci.com</a:t>
            </a:r>
            <a:r>
              <a:rPr lang="en-US" dirty="0"/>
              <a:t>  |  +1 970 203 9332  |  </a:t>
            </a:r>
            <a:r>
              <a:rPr lang="en-US" dirty="0" err="1"/>
              <a:t>prosci.com</a:t>
            </a:r>
            <a:endParaRPr lang="en-US" dirty="0"/>
          </a:p>
        </p:txBody>
      </p:sp>
    </p:spTree>
    <p:extLst>
      <p:ext uri="{BB962C8B-B14F-4D97-AF65-F5344CB8AC3E}">
        <p14:creationId xmlns:p14="http://schemas.microsoft.com/office/powerpoint/2010/main" val="3830897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318667"/>
            <a:ext cx="11582400" cy="823204"/>
          </a:xfrm>
        </p:spPr>
        <p:txBody>
          <a:bodyPr anchor="t"/>
          <a:lstStyle>
            <a:lvl1pPr>
              <a:defRPr sz="3600" cap="none" baseline="0"/>
            </a:lvl1pPr>
          </a:lstStyle>
          <a:p>
            <a:r>
              <a:rPr lang="en-US"/>
              <a:t>Click to Edit Slide Title</a:t>
            </a:r>
          </a:p>
        </p:txBody>
      </p:sp>
    </p:spTree>
    <p:extLst>
      <p:ext uri="{BB962C8B-B14F-4D97-AF65-F5344CB8AC3E}">
        <p14:creationId xmlns:p14="http://schemas.microsoft.com/office/powerpoint/2010/main" val="406381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8282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Group Activity">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BB21E88F-2053-4014-89E7-B0A2C5FDEC7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0392" y="-18144"/>
            <a:ext cx="4059936" cy="6868455"/>
          </a:xfrm>
          <a:prstGeom prst="rect">
            <a:avLst/>
          </a:prstGeom>
        </p:spPr>
      </p:pic>
      <p:sp>
        <p:nvSpPr>
          <p:cNvPr id="8" name="Rectangle 7">
            <a:extLst>
              <a:ext uri="{FF2B5EF4-FFF2-40B4-BE49-F238E27FC236}">
                <a16:creationId xmlns:a16="http://schemas.microsoft.com/office/drawing/2014/main" id="{5BD6AC34-2F03-3E44-8542-590D4359C2AA}"/>
              </a:ext>
            </a:extLst>
          </p:cNvPr>
          <p:cNvSpPr/>
          <p:nvPr userDrawn="1"/>
        </p:nvSpPr>
        <p:spPr>
          <a:xfrm>
            <a:off x="0" y="-4"/>
            <a:ext cx="4058434" cy="6858000"/>
          </a:xfrm>
          <a:prstGeom prst="rect">
            <a:avLst/>
          </a:prstGeom>
          <a:solidFill>
            <a:schemeClr val="accent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l="100000" b="100000"/>
                </a:path>
                <a:tileRect t="-100000" r="-100000"/>
              </a:gradFill>
            </a:endParaRPr>
          </a:p>
        </p:txBody>
      </p:sp>
      <p:sp>
        <p:nvSpPr>
          <p:cNvPr id="9" name="Content Placeholder 2">
            <a:extLst>
              <a:ext uri="{FF2B5EF4-FFF2-40B4-BE49-F238E27FC236}">
                <a16:creationId xmlns:a16="http://schemas.microsoft.com/office/drawing/2014/main" id="{B316508E-EAE0-1A40-8D81-D7ABE3C4EBEE}"/>
              </a:ext>
            </a:extLst>
          </p:cNvPr>
          <p:cNvSpPr>
            <a:spLocks noGrp="1"/>
          </p:cNvSpPr>
          <p:nvPr>
            <p:ph sz="half" idx="1"/>
          </p:nvPr>
        </p:nvSpPr>
        <p:spPr>
          <a:xfrm>
            <a:off x="4361992" y="1588538"/>
            <a:ext cx="7525208" cy="4500984"/>
          </a:xfrm>
        </p:spPr>
        <p:txBody>
          <a:bodyPr/>
          <a:lstStyle>
            <a:lvl1pPr>
              <a:defRPr sz="2800" b="0" i="0">
                <a:solidFill>
                  <a:schemeClr val="tx1"/>
                </a:solidFill>
                <a:latin typeface="Calibri" panose="020F0502020204030204" pitchFamily="34" charset="0"/>
                <a:cs typeface="Calibri" panose="020F0502020204030204" pitchFamily="34" charset="0"/>
              </a:defRPr>
            </a:lvl1pPr>
            <a:lvl2pPr marL="502920" indent="-228600">
              <a:buFont typeface="Wingdings" pitchFamily="2" charset="2"/>
              <a:buChar char="§"/>
              <a:defRPr sz="2400">
                <a:solidFill>
                  <a:schemeClr val="tx1"/>
                </a:solidFill>
              </a:defRPr>
            </a:lvl2pPr>
            <a:lvl3pPr>
              <a:defRPr sz="2000">
                <a:solidFill>
                  <a:schemeClr val="tx1"/>
                </a:solidFill>
              </a:defRPr>
            </a:lvl3pPr>
            <a:lvl4pPr marL="1051560" indent="-228600">
              <a:buFont typeface="Wingdings" pitchFamily="2" charset="2"/>
              <a:buChar char="§"/>
              <a:defRPr sz="1800">
                <a:solidFill>
                  <a:schemeClr val="tx1"/>
                </a:solidFill>
              </a:defRPr>
            </a:lvl4pPr>
            <a:lvl5pPr>
              <a:defRPr sz="1600">
                <a:solidFill>
                  <a:schemeClr val="tx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Rectangle 10">
            <a:extLst>
              <a:ext uri="{FF2B5EF4-FFF2-40B4-BE49-F238E27FC236}">
                <a16:creationId xmlns:a16="http://schemas.microsoft.com/office/drawing/2014/main" id="{076C9849-9718-4904-B93A-BEF70ADEA9B8}"/>
              </a:ext>
            </a:extLst>
          </p:cNvPr>
          <p:cNvSpPr/>
          <p:nvPr userDrawn="1"/>
        </p:nvSpPr>
        <p:spPr>
          <a:xfrm>
            <a:off x="304800" y="6534943"/>
            <a:ext cx="8946776" cy="1977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r>
              <a:rPr lang="en-US" sz="700" dirty="0">
                <a:solidFill>
                  <a:schemeClr val="bg1"/>
                </a:solidFill>
              </a:rPr>
              <a:t>© Prosci. All Rights Reserved.</a:t>
            </a:r>
          </a:p>
        </p:txBody>
      </p:sp>
      <p:sp>
        <p:nvSpPr>
          <p:cNvPr id="7" name="Title 1">
            <a:extLst>
              <a:ext uri="{FF2B5EF4-FFF2-40B4-BE49-F238E27FC236}">
                <a16:creationId xmlns:a16="http://schemas.microsoft.com/office/drawing/2014/main" id="{0627A3BB-E5A4-134B-8E5F-C8D1F8BA7C70}"/>
              </a:ext>
            </a:extLst>
          </p:cNvPr>
          <p:cNvSpPr>
            <a:spLocks noGrp="1"/>
          </p:cNvSpPr>
          <p:nvPr>
            <p:ph type="ctrTitle"/>
          </p:nvPr>
        </p:nvSpPr>
        <p:spPr>
          <a:xfrm>
            <a:off x="4340792" y="318667"/>
            <a:ext cx="7546408" cy="549270"/>
          </a:xfrm>
        </p:spPr>
        <p:txBody>
          <a:bodyPr anchor="t">
            <a:noAutofit/>
          </a:bodyPr>
          <a:lstStyle>
            <a:lvl1pPr algn="l">
              <a:defRPr sz="3600" b="0" i="0">
                <a:solidFill>
                  <a:schemeClr val="tx1"/>
                </a:solidFill>
                <a:latin typeface="+mj-lt"/>
                <a:cs typeface="Calibri" panose="020F0502020204030204" pitchFamily="34" charset="0"/>
              </a:defRPr>
            </a:lvl1pPr>
          </a:lstStyle>
          <a:p>
            <a:r>
              <a:rPr lang="en-US"/>
              <a:t>Click to edit Master title style</a:t>
            </a:r>
          </a:p>
        </p:txBody>
      </p:sp>
    </p:spTree>
    <p:extLst>
      <p:ext uri="{BB962C8B-B14F-4D97-AF65-F5344CB8AC3E}">
        <p14:creationId xmlns:p14="http://schemas.microsoft.com/office/powerpoint/2010/main" val="3241528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Pen and Paper Activity">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22263D0-ACF8-4EFF-91CC-A14E5EB4C78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6"/>
            <a:ext cx="4058434" cy="6858001"/>
          </a:xfrm>
          <a:prstGeom prst="rect">
            <a:avLst/>
          </a:prstGeom>
        </p:spPr>
      </p:pic>
      <p:sp>
        <p:nvSpPr>
          <p:cNvPr id="8" name="Rectangle 7">
            <a:extLst>
              <a:ext uri="{FF2B5EF4-FFF2-40B4-BE49-F238E27FC236}">
                <a16:creationId xmlns:a16="http://schemas.microsoft.com/office/drawing/2014/main" id="{5BD6AC34-2F03-3E44-8542-590D4359C2AA}"/>
              </a:ext>
            </a:extLst>
          </p:cNvPr>
          <p:cNvSpPr/>
          <p:nvPr userDrawn="1"/>
        </p:nvSpPr>
        <p:spPr>
          <a:xfrm>
            <a:off x="0" y="-4"/>
            <a:ext cx="4058434" cy="6858000"/>
          </a:xfrm>
          <a:prstGeom prst="rect">
            <a:avLst/>
          </a:prstGeom>
          <a:solidFill>
            <a:schemeClr val="accent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l="100000" b="100000"/>
                </a:path>
                <a:tileRect t="-100000" r="-100000"/>
              </a:gradFill>
            </a:endParaRPr>
          </a:p>
        </p:txBody>
      </p:sp>
      <p:sp>
        <p:nvSpPr>
          <p:cNvPr id="9" name="Content Placeholder 2">
            <a:extLst>
              <a:ext uri="{FF2B5EF4-FFF2-40B4-BE49-F238E27FC236}">
                <a16:creationId xmlns:a16="http://schemas.microsoft.com/office/drawing/2014/main" id="{B316508E-EAE0-1A40-8D81-D7ABE3C4EBEE}"/>
              </a:ext>
            </a:extLst>
          </p:cNvPr>
          <p:cNvSpPr>
            <a:spLocks noGrp="1"/>
          </p:cNvSpPr>
          <p:nvPr>
            <p:ph sz="half" idx="1"/>
          </p:nvPr>
        </p:nvSpPr>
        <p:spPr>
          <a:xfrm>
            <a:off x="4361992" y="1588538"/>
            <a:ext cx="7525208" cy="4500984"/>
          </a:xfrm>
        </p:spPr>
        <p:txBody>
          <a:bodyPr/>
          <a:lstStyle>
            <a:lvl1pPr>
              <a:defRPr sz="2800" b="0" i="0">
                <a:solidFill>
                  <a:schemeClr val="tx1"/>
                </a:solidFill>
                <a:latin typeface="Calibri" panose="020F0502020204030204" pitchFamily="34" charset="0"/>
                <a:cs typeface="Calibri" panose="020F0502020204030204" pitchFamily="34" charset="0"/>
              </a:defRPr>
            </a:lvl1pPr>
            <a:lvl2pPr marL="502920" indent="-228600">
              <a:buFont typeface="Wingdings" pitchFamily="2" charset="2"/>
              <a:buChar char="§"/>
              <a:defRPr sz="2400">
                <a:solidFill>
                  <a:schemeClr val="tx1"/>
                </a:solidFill>
              </a:defRPr>
            </a:lvl2pPr>
            <a:lvl3pPr>
              <a:defRPr sz="2000">
                <a:solidFill>
                  <a:schemeClr val="tx1"/>
                </a:solidFill>
              </a:defRPr>
            </a:lvl3pPr>
            <a:lvl4pPr marL="1051560" indent="-228600">
              <a:buFont typeface="Wingdings" pitchFamily="2" charset="2"/>
              <a:buChar char="§"/>
              <a:defRPr sz="1800">
                <a:solidFill>
                  <a:schemeClr val="tx1"/>
                </a:solidFill>
              </a:defRPr>
            </a:lvl4pPr>
            <a:lvl5pPr>
              <a:defRPr sz="1600">
                <a:solidFill>
                  <a:schemeClr val="tx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Rectangle 10">
            <a:extLst>
              <a:ext uri="{FF2B5EF4-FFF2-40B4-BE49-F238E27FC236}">
                <a16:creationId xmlns:a16="http://schemas.microsoft.com/office/drawing/2014/main" id="{076C9849-9718-4904-B93A-BEF70ADEA9B8}"/>
              </a:ext>
            </a:extLst>
          </p:cNvPr>
          <p:cNvSpPr/>
          <p:nvPr userDrawn="1"/>
        </p:nvSpPr>
        <p:spPr>
          <a:xfrm>
            <a:off x="304800" y="6534943"/>
            <a:ext cx="8946776" cy="1977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r>
              <a:rPr lang="en-US" sz="700" dirty="0">
                <a:solidFill>
                  <a:schemeClr val="bg1"/>
                </a:solidFill>
              </a:rPr>
              <a:t>© Prosci. All Rights Reserved.</a:t>
            </a:r>
          </a:p>
        </p:txBody>
      </p:sp>
      <p:sp>
        <p:nvSpPr>
          <p:cNvPr id="7" name="Title 1">
            <a:extLst>
              <a:ext uri="{FF2B5EF4-FFF2-40B4-BE49-F238E27FC236}">
                <a16:creationId xmlns:a16="http://schemas.microsoft.com/office/drawing/2014/main" id="{56B4D892-27B3-4544-857A-746826649A81}"/>
              </a:ext>
            </a:extLst>
          </p:cNvPr>
          <p:cNvSpPr>
            <a:spLocks noGrp="1"/>
          </p:cNvSpPr>
          <p:nvPr>
            <p:ph type="ctrTitle"/>
          </p:nvPr>
        </p:nvSpPr>
        <p:spPr>
          <a:xfrm>
            <a:off x="4340792" y="318667"/>
            <a:ext cx="7546408" cy="549270"/>
          </a:xfrm>
        </p:spPr>
        <p:txBody>
          <a:bodyPr anchor="t">
            <a:noAutofit/>
          </a:bodyPr>
          <a:lstStyle>
            <a:lvl1pPr algn="l">
              <a:defRPr sz="3600" b="0" i="0">
                <a:solidFill>
                  <a:schemeClr val="tx1"/>
                </a:solidFill>
                <a:latin typeface="+mj-lt"/>
                <a:cs typeface="Calibri" panose="020F0502020204030204" pitchFamily="34" charset="0"/>
              </a:defRPr>
            </a:lvl1pPr>
          </a:lstStyle>
          <a:p>
            <a:r>
              <a:rPr lang="en-US"/>
              <a:t>Click to edit Master title style</a:t>
            </a:r>
          </a:p>
        </p:txBody>
      </p:sp>
    </p:spTree>
    <p:extLst>
      <p:ext uri="{BB962C8B-B14F-4D97-AF65-F5344CB8AC3E}">
        <p14:creationId xmlns:p14="http://schemas.microsoft.com/office/powerpoint/2010/main" val="39529727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Activity">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FAB6C0D-12CA-4480-8D65-17EBDD1262E0}"/>
              </a:ext>
            </a:extLst>
          </p:cNvPr>
          <p:cNvSpPr/>
          <p:nvPr userDrawn="1"/>
        </p:nvSpPr>
        <p:spPr>
          <a:xfrm>
            <a:off x="0" y="0"/>
            <a:ext cx="405843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path path="circle">
                  <a:fillToRect l="100000" b="100000"/>
                </a:path>
                <a:tileRect t="-100000" r="-100000"/>
              </a:gradFill>
            </a:endParaRPr>
          </a:p>
        </p:txBody>
      </p:sp>
      <p:sp>
        <p:nvSpPr>
          <p:cNvPr id="9" name="Content Placeholder 2">
            <a:extLst>
              <a:ext uri="{FF2B5EF4-FFF2-40B4-BE49-F238E27FC236}">
                <a16:creationId xmlns:a16="http://schemas.microsoft.com/office/drawing/2014/main" id="{B316508E-EAE0-1A40-8D81-D7ABE3C4EBEE}"/>
              </a:ext>
            </a:extLst>
          </p:cNvPr>
          <p:cNvSpPr>
            <a:spLocks noGrp="1"/>
          </p:cNvSpPr>
          <p:nvPr>
            <p:ph sz="half" idx="1"/>
          </p:nvPr>
        </p:nvSpPr>
        <p:spPr>
          <a:xfrm>
            <a:off x="4361992" y="1588538"/>
            <a:ext cx="7525208" cy="4500984"/>
          </a:xfrm>
        </p:spPr>
        <p:txBody>
          <a:bodyPr/>
          <a:lstStyle>
            <a:lvl1pPr>
              <a:defRPr sz="2800" b="0" i="0">
                <a:solidFill>
                  <a:schemeClr val="tx1"/>
                </a:solidFill>
                <a:latin typeface="Calibri" panose="020F0502020204030204" pitchFamily="34" charset="0"/>
                <a:cs typeface="Calibri" panose="020F0502020204030204" pitchFamily="34" charset="0"/>
              </a:defRPr>
            </a:lvl1pPr>
            <a:lvl2pPr marL="502920" indent="-228600">
              <a:buFont typeface="Wingdings" pitchFamily="2" charset="2"/>
              <a:buChar char="§"/>
              <a:defRPr sz="2400">
                <a:solidFill>
                  <a:schemeClr val="tx1"/>
                </a:solidFill>
              </a:defRPr>
            </a:lvl2pPr>
            <a:lvl3pPr>
              <a:defRPr sz="2000">
                <a:solidFill>
                  <a:schemeClr val="tx1"/>
                </a:solidFill>
              </a:defRPr>
            </a:lvl3pPr>
            <a:lvl4pPr marL="1051560" indent="-228600">
              <a:buFont typeface="Wingdings" pitchFamily="2" charset="2"/>
              <a:buChar char="§"/>
              <a:defRPr sz="1800">
                <a:solidFill>
                  <a:schemeClr val="tx1"/>
                </a:solidFill>
              </a:defRPr>
            </a:lvl4pPr>
            <a:lvl5pPr>
              <a:defRPr sz="1600">
                <a:solidFill>
                  <a:schemeClr val="tx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a:extLst>
              <a:ext uri="{FF2B5EF4-FFF2-40B4-BE49-F238E27FC236}">
                <a16:creationId xmlns:a16="http://schemas.microsoft.com/office/drawing/2014/main" id="{2CD16E0C-09D6-C444-991C-B558071B8389}"/>
              </a:ext>
            </a:extLst>
          </p:cNvPr>
          <p:cNvSpPr>
            <a:spLocks noGrp="1"/>
          </p:cNvSpPr>
          <p:nvPr>
            <p:ph type="ctrTitle"/>
          </p:nvPr>
        </p:nvSpPr>
        <p:spPr>
          <a:xfrm>
            <a:off x="4340792" y="318667"/>
            <a:ext cx="7546408" cy="549270"/>
          </a:xfrm>
        </p:spPr>
        <p:txBody>
          <a:bodyPr anchor="t">
            <a:noAutofit/>
          </a:bodyPr>
          <a:lstStyle>
            <a:lvl1pPr algn="l">
              <a:defRPr sz="3600" b="0" i="0">
                <a:solidFill>
                  <a:schemeClr val="tx1"/>
                </a:solidFill>
                <a:latin typeface="+mj-lt"/>
                <a:cs typeface="Calibri" panose="020F0502020204030204" pitchFamily="34" charset="0"/>
              </a:defRPr>
            </a:lvl1pPr>
          </a:lstStyle>
          <a:p>
            <a:r>
              <a:rPr lang="en-US"/>
              <a:t>Click to edit Master title style</a:t>
            </a:r>
          </a:p>
        </p:txBody>
      </p:sp>
      <p:sp>
        <p:nvSpPr>
          <p:cNvPr id="11" name="Rectangle 10">
            <a:extLst>
              <a:ext uri="{FF2B5EF4-FFF2-40B4-BE49-F238E27FC236}">
                <a16:creationId xmlns:a16="http://schemas.microsoft.com/office/drawing/2014/main" id="{076C9849-9718-4904-B93A-BEF70ADEA9B8}"/>
              </a:ext>
            </a:extLst>
          </p:cNvPr>
          <p:cNvSpPr/>
          <p:nvPr userDrawn="1"/>
        </p:nvSpPr>
        <p:spPr>
          <a:xfrm>
            <a:off x="304800" y="6534943"/>
            <a:ext cx="8946776" cy="1977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r>
              <a:rPr lang="en-US" sz="700" dirty="0">
                <a:solidFill>
                  <a:schemeClr val="bg1"/>
                </a:solidFill>
              </a:rPr>
              <a:t>© Prosci. All Rights Reserved.</a:t>
            </a:r>
          </a:p>
        </p:txBody>
      </p:sp>
    </p:spTree>
    <p:extLst>
      <p:ext uri="{BB962C8B-B14F-4D97-AF65-F5344CB8AC3E}">
        <p14:creationId xmlns:p14="http://schemas.microsoft.com/office/powerpoint/2010/main" val="40045292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7" name="Rectangle 66">
            <a:extLst>
              <a:ext uri="{FF2B5EF4-FFF2-40B4-BE49-F238E27FC236}">
                <a16:creationId xmlns:a16="http://schemas.microsoft.com/office/drawing/2014/main" id="{B87D46BD-123D-B94A-A8D7-6ABB31F75261}"/>
              </a:ext>
            </a:extLst>
          </p:cNvPr>
          <p:cNvSpPr/>
          <p:nvPr/>
        </p:nvSpPr>
        <p:spPr>
          <a:xfrm>
            <a:off x="12254583" y="-2"/>
            <a:ext cx="1149843" cy="5307107"/>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Rectangle 77">
            <a:extLst>
              <a:ext uri="{FF2B5EF4-FFF2-40B4-BE49-F238E27FC236}">
                <a16:creationId xmlns:a16="http://schemas.microsoft.com/office/drawing/2014/main" id="{44583769-908D-CC47-AC28-9034C72AA304}"/>
              </a:ext>
            </a:extLst>
          </p:cNvPr>
          <p:cNvSpPr/>
          <p:nvPr/>
        </p:nvSpPr>
        <p:spPr>
          <a:xfrm>
            <a:off x="12373117" y="1592739"/>
            <a:ext cx="4572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TextBox 78">
            <a:extLst>
              <a:ext uri="{FF2B5EF4-FFF2-40B4-BE49-F238E27FC236}">
                <a16:creationId xmlns:a16="http://schemas.microsoft.com/office/drawing/2014/main" id="{0942FB97-8610-3E4D-88E4-DE4FF1BEC81B}"/>
              </a:ext>
            </a:extLst>
          </p:cNvPr>
          <p:cNvSpPr txBox="1"/>
          <p:nvPr/>
        </p:nvSpPr>
        <p:spPr>
          <a:xfrm>
            <a:off x="12449532" y="1665417"/>
            <a:ext cx="297882" cy="314980"/>
          </a:xfrm>
          <a:prstGeom prst="rect">
            <a:avLst/>
          </a:prstGeom>
          <a:noFill/>
        </p:spPr>
        <p:txBody>
          <a:bodyPr wrap="square" lIns="0" tIns="0" rIns="0" bIns="0" rtlCol="0">
            <a:noAutofit/>
          </a:bodyPr>
          <a:lstStyle/>
          <a:p>
            <a:r>
              <a:rPr lang="en-US" sz="700" dirty="0">
                <a:solidFill>
                  <a:schemeClr val="bg1"/>
                </a:solidFill>
              </a:rPr>
              <a:t>R: 63</a:t>
            </a:r>
          </a:p>
          <a:p>
            <a:r>
              <a:rPr lang="en-US" sz="700" dirty="0">
                <a:solidFill>
                  <a:schemeClr val="bg1"/>
                </a:solidFill>
              </a:rPr>
              <a:t>G: 72</a:t>
            </a:r>
          </a:p>
          <a:p>
            <a:r>
              <a:rPr lang="en-US" sz="700" dirty="0">
                <a:solidFill>
                  <a:schemeClr val="bg1"/>
                </a:solidFill>
              </a:rPr>
              <a:t>B: 79</a:t>
            </a:r>
          </a:p>
        </p:txBody>
      </p:sp>
      <p:sp>
        <p:nvSpPr>
          <p:cNvPr id="80" name="Rectangle 79">
            <a:extLst>
              <a:ext uri="{FF2B5EF4-FFF2-40B4-BE49-F238E27FC236}">
                <a16:creationId xmlns:a16="http://schemas.microsoft.com/office/drawing/2014/main" id="{F676ABDC-0282-1E49-9CD6-729017BA4F0D}"/>
              </a:ext>
            </a:extLst>
          </p:cNvPr>
          <p:cNvSpPr/>
          <p:nvPr/>
        </p:nvSpPr>
        <p:spPr>
          <a:xfrm>
            <a:off x="12829683" y="1592738"/>
            <a:ext cx="228600" cy="228600"/>
          </a:xfrm>
          <a:prstGeom prst="rect">
            <a:avLst/>
          </a:prstGeom>
          <a:solidFill>
            <a:srgbClr val="7175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Rectangle 80">
            <a:extLst>
              <a:ext uri="{FF2B5EF4-FFF2-40B4-BE49-F238E27FC236}">
                <a16:creationId xmlns:a16="http://schemas.microsoft.com/office/drawing/2014/main" id="{B0DCE375-6078-3343-93F3-F69F3FDD3613}"/>
              </a:ext>
            </a:extLst>
          </p:cNvPr>
          <p:cNvSpPr/>
          <p:nvPr/>
        </p:nvSpPr>
        <p:spPr>
          <a:xfrm>
            <a:off x="13055732" y="1592738"/>
            <a:ext cx="228600" cy="228600"/>
          </a:xfrm>
          <a:prstGeom prst="rect">
            <a:avLst/>
          </a:prstGeom>
          <a:solidFill>
            <a:srgbClr val="9FA2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 name="Rectangle 81">
            <a:extLst>
              <a:ext uri="{FF2B5EF4-FFF2-40B4-BE49-F238E27FC236}">
                <a16:creationId xmlns:a16="http://schemas.microsoft.com/office/drawing/2014/main" id="{428BB946-31DA-434A-BFA5-E5F1FD1B280B}"/>
              </a:ext>
            </a:extLst>
          </p:cNvPr>
          <p:cNvSpPr/>
          <p:nvPr/>
        </p:nvSpPr>
        <p:spPr>
          <a:xfrm>
            <a:off x="12829683" y="1821339"/>
            <a:ext cx="228600" cy="228600"/>
          </a:xfrm>
          <a:prstGeom prst="rect">
            <a:avLst/>
          </a:prstGeom>
          <a:solidFill>
            <a:srgbClr val="CFD1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Rectangle 82">
            <a:extLst>
              <a:ext uri="{FF2B5EF4-FFF2-40B4-BE49-F238E27FC236}">
                <a16:creationId xmlns:a16="http://schemas.microsoft.com/office/drawing/2014/main" id="{D613EADA-2C7C-D340-B689-D3F2688F170F}"/>
              </a:ext>
            </a:extLst>
          </p:cNvPr>
          <p:cNvSpPr/>
          <p:nvPr/>
        </p:nvSpPr>
        <p:spPr>
          <a:xfrm>
            <a:off x="13055732" y="1821339"/>
            <a:ext cx="228600" cy="228600"/>
          </a:xfrm>
          <a:prstGeom prst="rect">
            <a:avLst/>
          </a:prstGeom>
          <a:solidFill>
            <a:srgbClr val="ECEF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304800" y="318667"/>
            <a:ext cx="11582400" cy="823204"/>
          </a:xfrm>
          <a:prstGeom prst="rect">
            <a:avLst/>
          </a:prstGeom>
        </p:spPr>
        <p:txBody>
          <a:bodyPr vert="horz" lIns="0" tIns="45720" rIns="0" bIns="45720" rtlCol="0" anchor="t" anchorCtr="0">
            <a:noAutofit/>
          </a:bodyPr>
          <a:lstStyle/>
          <a:p>
            <a:r>
              <a:rPr lang="en-US" dirty="0"/>
              <a:t>Click to Edit Slide Title</a:t>
            </a:r>
          </a:p>
        </p:txBody>
      </p:sp>
      <p:sp>
        <p:nvSpPr>
          <p:cNvPr id="9" name="Rectangle 8"/>
          <p:cNvSpPr/>
          <p:nvPr/>
        </p:nvSpPr>
        <p:spPr>
          <a:xfrm>
            <a:off x="0" y="0"/>
            <a:ext cx="1219200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15" name="Picture 14"/>
          <p:cNvPicPr>
            <a:picLocks noChangeAspect="1"/>
          </p:cNvPicPr>
          <p:nvPr userDrawn="1"/>
        </p:nvPicPr>
        <p:blipFill>
          <a:blip r:embed="rId11" cstate="email">
            <a:extLst>
              <a:ext uri="{28A0092B-C50C-407E-A947-70E740481C1C}">
                <a14:useLocalDpi xmlns:a14="http://schemas.microsoft.com/office/drawing/2010/main"/>
              </a:ext>
            </a:extLst>
          </a:blip>
          <a:stretch>
            <a:fillRect/>
          </a:stretch>
        </p:blipFill>
        <p:spPr>
          <a:xfrm>
            <a:off x="10455071" y="6510843"/>
            <a:ext cx="794925" cy="245930"/>
          </a:xfrm>
          <a:prstGeom prst="rect">
            <a:avLst/>
          </a:prstGeom>
        </p:spPr>
      </p:pic>
      <p:cxnSp>
        <p:nvCxnSpPr>
          <p:cNvPr id="16" name="Straight Connector 15"/>
          <p:cNvCxnSpPr/>
          <p:nvPr/>
        </p:nvCxnSpPr>
        <p:spPr>
          <a:xfrm>
            <a:off x="11444024" y="6486746"/>
            <a:ext cx="0" cy="2941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16"/>
          <p:cNvSpPr/>
          <p:nvPr userDrawn="1"/>
        </p:nvSpPr>
        <p:spPr>
          <a:xfrm>
            <a:off x="304800" y="6580759"/>
            <a:ext cx="1472725" cy="1447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r>
              <a:rPr lang="en-US" sz="700" dirty="0">
                <a:solidFill>
                  <a:schemeClr val="tx1"/>
                </a:solidFill>
              </a:rPr>
              <a:t>© Prosci, Inc. All Rights Reserved.</a:t>
            </a:r>
          </a:p>
        </p:txBody>
      </p:sp>
      <p:sp>
        <p:nvSpPr>
          <p:cNvPr id="18" name="TextBox 17"/>
          <p:cNvSpPr txBox="1"/>
          <p:nvPr userDrawn="1"/>
        </p:nvSpPr>
        <p:spPr>
          <a:xfrm>
            <a:off x="11511419" y="6600202"/>
            <a:ext cx="375601" cy="103288"/>
          </a:xfrm>
          <a:prstGeom prst="rect">
            <a:avLst/>
          </a:prstGeom>
          <a:noFill/>
        </p:spPr>
        <p:txBody>
          <a:bodyPr wrap="square" lIns="0" tIns="0" rIns="0" bIns="0" rtlCol="0" anchor="ctr" anchorCtr="0">
            <a:no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A21607A-54C6-4AA9-9888-5B5B34E8AA34}" type="slidenum">
              <a:rPr lang="en-US" sz="1000" kern="1200" smtClean="0">
                <a:solidFill>
                  <a:schemeClr val="tx1"/>
                </a:solidFill>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tx1"/>
              </a:solidFill>
              <a:latin typeface="+mn-lt"/>
              <a:ea typeface="+mn-ea"/>
              <a:cs typeface="+mn-cs"/>
            </a:endParaRPr>
          </a:p>
        </p:txBody>
      </p:sp>
      <p:sp>
        <p:nvSpPr>
          <p:cNvPr id="45" name="Rectangle 44">
            <a:extLst>
              <a:ext uri="{FF2B5EF4-FFF2-40B4-BE49-F238E27FC236}">
                <a16:creationId xmlns:a16="http://schemas.microsoft.com/office/drawing/2014/main" id="{543C77DE-2D87-401F-BFA0-F8DCB0BE313E}"/>
              </a:ext>
            </a:extLst>
          </p:cNvPr>
          <p:cNvSpPr/>
          <p:nvPr/>
        </p:nvSpPr>
        <p:spPr>
          <a:xfrm>
            <a:off x="12373117" y="604470"/>
            <a:ext cx="457200" cy="457200"/>
          </a:xfrm>
          <a:prstGeom prst="rect">
            <a:avLst/>
          </a:prstGeom>
          <a:solidFill>
            <a:srgbClr val="342A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TextBox 47">
            <a:extLst>
              <a:ext uri="{FF2B5EF4-FFF2-40B4-BE49-F238E27FC236}">
                <a16:creationId xmlns:a16="http://schemas.microsoft.com/office/drawing/2014/main" id="{40583FAF-9346-421C-B63C-AD2F95D5BD7D}"/>
              </a:ext>
            </a:extLst>
          </p:cNvPr>
          <p:cNvSpPr txBox="1"/>
          <p:nvPr/>
        </p:nvSpPr>
        <p:spPr>
          <a:xfrm>
            <a:off x="12449532" y="677148"/>
            <a:ext cx="297882" cy="314980"/>
          </a:xfrm>
          <a:prstGeom prst="rect">
            <a:avLst/>
          </a:prstGeom>
          <a:noFill/>
        </p:spPr>
        <p:txBody>
          <a:bodyPr wrap="square" lIns="0" tIns="0" rIns="0" bIns="0" rtlCol="0">
            <a:noAutofit/>
          </a:bodyPr>
          <a:lstStyle/>
          <a:p>
            <a:r>
              <a:rPr lang="en-US" sz="700" dirty="0">
                <a:solidFill>
                  <a:schemeClr val="bg1"/>
                </a:solidFill>
              </a:rPr>
              <a:t>R: 52</a:t>
            </a:r>
          </a:p>
          <a:p>
            <a:r>
              <a:rPr lang="en-US" sz="700" dirty="0">
                <a:solidFill>
                  <a:schemeClr val="bg1"/>
                </a:solidFill>
              </a:rPr>
              <a:t>G: 42</a:t>
            </a:r>
          </a:p>
          <a:p>
            <a:r>
              <a:rPr lang="en-US" sz="700" dirty="0">
                <a:solidFill>
                  <a:schemeClr val="bg1"/>
                </a:solidFill>
              </a:rPr>
              <a:t>B: 134</a:t>
            </a:r>
          </a:p>
        </p:txBody>
      </p:sp>
      <p:sp>
        <p:nvSpPr>
          <p:cNvPr id="54" name="Rectangle 53">
            <a:extLst>
              <a:ext uri="{FF2B5EF4-FFF2-40B4-BE49-F238E27FC236}">
                <a16:creationId xmlns:a16="http://schemas.microsoft.com/office/drawing/2014/main" id="{648EADBC-7F75-49B3-81B1-8A0D612CE915}"/>
              </a:ext>
            </a:extLst>
          </p:cNvPr>
          <p:cNvSpPr/>
          <p:nvPr/>
        </p:nvSpPr>
        <p:spPr>
          <a:xfrm>
            <a:off x="12377789" y="2305411"/>
            <a:ext cx="457200" cy="457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1" name="TextBox 100">
            <a:extLst>
              <a:ext uri="{FF2B5EF4-FFF2-40B4-BE49-F238E27FC236}">
                <a16:creationId xmlns:a16="http://schemas.microsoft.com/office/drawing/2014/main" id="{10B9C3B0-D354-4605-8C6A-CDBCFC26F0E0}"/>
              </a:ext>
            </a:extLst>
          </p:cNvPr>
          <p:cNvSpPr txBox="1"/>
          <p:nvPr/>
        </p:nvSpPr>
        <p:spPr>
          <a:xfrm>
            <a:off x="12375444" y="270921"/>
            <a:ext cx="873195" cy="123111"/>
          </a:xfrm>
          <a:prstGeom prst="rect">
            <a:avLst/>
          </a:prstGeom>
          <a:noFill/>
        </p:spPr>
        <p:txBody>
          <a:bodyPr wrap="square" lIns="0" tIns="0" rIns="0" bIns="0" rtlCol="0">
            <a:spAutoFit/>
          </a:bodyPr>
          <a:lstStyle/>
          <a:p>
            <a:pPr algn="l"/>
            <a:r>
              <a:rPr lang="en-US" sz="800" dirty="0">
                <a:solidFill>
                  <a:schemeClr val="bg1"/>
                </a:solidFill>
              </a:rPr>
              <a:t>Primary Color</a:t>
            </a:r>
          </a:p>
        </p:txBody>
      </p:sp>
      <p:sp>
        <p:nvSpPr>
          <p:cNvPr id="102" name="TextBox 101">
            <a:extLst>
              <a:ext uri="{FF2B5EF4-FFF2-40B4-BE49-F238E27FC236}">
                <a16:creationId xmlns:a16="http://schemas.microsoft.com/office/drawing/2014/main" id="{DC702D76-9022-4766-B315-D7ED33936FA1}"/>
              </a:ext>
            </a:extLst>
          </p:cNvPr>
          <p:cNvSpPr txBox="1"/>
          <p:nvPr/>
        </p:nvSpPr>
        <p:spPr>
          <a:xfrm>
            <a:off x="12375444" y="1240112"/>
            <a:ext cx="897343" cy="123111"/>
          </a:xfrm>
          <a:prstGeom prst="rect">
            <a:avLst/>
          </a:prstGeom>
          <a:noFill/>
        </p:spPr>
        <p:txBody>
          <a:bodyPr wrap="square" lIns="0" tIns="0" rIns="0" bIns="0" rtlCol="0">
            <a:spAutoFit/>
          </a:bodyPr>
          <a:lstStyle/>
          <a:p>
            <a:pPr algn="l"/>
            <a:r>
              <a:rPr lang="en-US" sz="800" dirty="0">
                <a:solidFill>
                  <a:schemeClr val="bg1"/>
                </a:solidFill>
              </a:rPr>
              <a:t>Secondary Colors</a:t>
            </a:r>
          </a:p>
        </p:txBody>
      </p:sp>
      <p:sp>
        <p:nvSpPr>
          <p:cNvPr id="104" name="Rectangle 103">
            <a:extLst>
              <a:ext uri="{FF2B5EF4-FFF2-40B4-BE49-F238E27FC236}">
                <a16:creationId xmlns:a16="http://schemas.microsoft.com/office/drawing/2014/main" id="{41F5C5E9-B677-431B-94C1-76BF33CAB75A}"/>
              </a:ext>
            </a:extLst>
          </p:cNvPr>
          <p:cNvSpPr/>
          <p:nvPr/>
        </p:nvSpPr>
        <p:spPr>
          <a:xfrm>
            <a:off x="12377789" y="2305411"/>
            <a:ext cx="272809" cy="457200"/>
          </a:xfrm>
          <a:prstGeom prst="rect">
            <a:avLst/>
          </a:prstGeom>
          <a:solidFill>
            <a:srgbClr val="8364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TextBox 104">
            <a:extLst>
              <a:ext uri="{FF2B5EF4-FFF2-40B4-BE49-F238E27FC236}">
                <a16:creationId xmlns:a16="http://schemas.microsoft.com/office/drawing/2014/main" id="{B3AAF67D-5C7A-483B-A39F-B8741675D0E2}"/>
              </a:ext>
            </a:extLst>
          </p:cNvPr>
          <p:cNvSpPr txBox="1"/>
          <p:nvPr/>
        </p:nvSpPr>
        <p:spPr>
          <a:xfrm>
            <a:off x="12300661" y="2367765"/>
            <a:ext cx="493190" cy="410518"/>
          </a:xfrm>
          <a:prstGeom prst="rect">
            <a:avLst/>
          </a:prstGeom>
          <a:noFill/>
        </p:spPr>
        <p:txBody>
          <a:bodyPr wrap="square" rtlCol="0">
            <a:noAutofit/>
          </a:bodyPr>
          <a:lstStyle/>
          <a:p>
            <a:r>
              <a:rPr lang="en-US" sz="700" dirty="0">
                <a:solidFill>
                  <a:schemeClr val="bg1"/>
                </a:solidFill>
              </a:rPr>
              <a:t>R: 131</a:t>
            </a:r>
          </a:p>
          <a:p>
            <a:r>
              <a:rPr lang="en-US" sz="700" dirty="0">
                <a:solidFill>
                  <a:schemeClr val="bg1"/>
                </a:solidFill>
              </a:rPr>
              <a:t>G: 100</a:t>
            </a:r>
          </a:p>
          <a:p>
            <a:r>
              <a:rPr lang="en-US" sz="700" dirty="0">
                <a:solidFill>
                  <a:schemeClr val="bg1"/>
                </a:solidFill>
              </a:rPr>
              <a:t>B: 52</a:t>
            </a:r>
          </a:p>
        </p:txBody>
      </p:sp>
      <p:sp>
        <p:nvSpPr>
          <p:cNvPr id="106" name="TextBox 105">
            <a:extLst>
              <a:ext uri="{FF2B5EF4-FFF2-40B4-BE49-F238E27FC236}">
                <a16:creationId xmlns:a16="http://schemas.microsoft.com/office/drawing/2014/main" id="{6B222B74-0710-4A9F-B541-B99EA46876C3}"/>
              </a:ext>
            </a:extLst>
          </p:cNvPr>
          <p:cNvSpPr txBox="1"/>
          <p:nvPr/>
        </p:nvSpPr>
        <p:spPr>
          <a:xfrm>
            <a:off x="12587454" y="2367765"/>
            <a:ext cx="351714" cy="410518"/>
          </a:xfrm>
          <a:prstGeom prst="rect">
            <a:avLst/>
          </a:prstGeom>
          <a:noFill/>
        </p:spPr>
        <p:txBody>
          <a:bodyPr wrap="square" rtlCol="0">
            <a:noAutofit/>
          </a:bodyPr>
          <a:lstStyle/>
          <a:p>
            <a:r>
              <a:rPr lang="en-US" sz="700" dirty="0">
                <a:solidFill>
                  <a:schemeClr val="bg1"/>
                </a:solidFill>
              </a:rPr>
              <a:t>181</a:t>
            </a:r>
          </a:p>
          <a:p>
            <a:r>
              <a:rPr lang="en-US" sz="700" dirty="0">
                <a:solidFill>
                  <a:schemeClr val="bg1"/>
                </a:solidFill>
              </a:rPr>
              <a:t>147</a:t>
            </a:r>
          </a:p>
          <a:p>
            <a:r>
              <a:rPr lang="en-US" sz="700" dirty="0">
                <a:solidFill>
                  <a:schemeClr val="bg1"/>
                </a:solidFill>
              </a:rPr>
              <a:t>98</a:t>
            </a:r>
          </a:p>
        </p:txBody>
      </p:sp>
      <p:sp>
        <p:nvSpPr>
          <p:cNvPr id="57" name="Text Placeholder 2">
            <a:extLst>
              <a:ext uri="{FF2B5EF4-FFF2-40B4-BE49-F238E27FC236}">
                <a16:creationId xmlns:a16="http://schemas.microsoft.com/office/drawing/2014/main" id="{F69F219F-6184-C348-819A-61A425516589}"/>
              </a:ext>
            </a:extLst>
          </p:cNvPr>
          <p:cNvSpPr>
            <a:spLocks noGrp="1"/>
          </p:cNvSpPr>
          <p:nvPr>
            <p:ph type="body" idx="1"/>
          </p:nvPr>
        </p:nvSpPr>
        <p:spPr>
          <a:xfrm>
            <a:off x="304800" y="1303682"/>
            <a:ext cx="11582400" cy="5077699"/>
          </a:xfrm>
          <a:prstGeom prst="rect">
            <a:avLst/>
          </a:prstGeom>
        </p:spPr>
        <p:txBody>
          <a:bodyPr vert="horz" lIns="0" tIns="45720" rIns="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9" name="TextBox 68">
            <a:extLst>
              <a:ext uri="{FF2B5EF4-FFF2-40B4-BE49-F238E27FC236}">
                <a16:creationId xmlns:a16="http://schemas.microsoft.com/office/drawing/2014/main" id="{E1CC413D-50B3-4046-B7B8-196D57E5D42E}"/>
              </a:ext>
            </a:extLst>
          </p:cNvPr>
          <p:cNvSpPr txBox="1"/>
          <p:nvPr/>
        </p:nvSpPr>
        <p:spPr>
          <a:xfrm>
            <a:off x="12256911" y="0"/>
            <a:ext cx="1059461" cy="215444"/>
          </a:xfrm>
          <a:prstGeom prst="rect">
            <a:avLst/>
          </a:prstGeom>
          <a:noFill/>
        </p:spPr>
        <p:txBody>
          <a:bodyPr wrap="square" rtlCol="0">
            <a:spAutoFit/>
          </a:bodyPr>
          <a:lstStyle/>
          <a:p>
            <a:pPr algn="l"/>
            <a:r>
              <a:rPr lang="en-US" sz="800" dirty="0">
                <a:solidFill>
                  <a:schemeClr val="bg1"/>
                </a:solidFill>
              </a:rPr>
              <a:t>Prosci Color Library</a:t>
            </a:r>
          </a:p>
        </p:txBody>
      </p:sp>
      <p:sp>
        <p:nvSpPr>
          <p:cNvPr id="46" name="Rectangle 45">
            <a:extLst>
              <a:ext uri="{FF2B5EF4-FFF2-40B4-BE49-F238E27FC236}">
                <a16:creationId xmlns:a16="http://schemas.microsoft.com/office/drawing/2014/main" id="{C7683FCF-4B3D-4D60-AEA9-2E897D0CC127}"/>
              </a:ext>
            </a:extLst>
          </p:cNvPr>
          <p:cNvSpPr/>
          <p:nvPr/>
        </p:nvSpPr>
        <p:spPr>
          <a:xfrm>
            <a:off x="12829683" y="604469"/>
            <a:ext cx="228600" cy="228600"/>
          </a:xfrm>
          <a:prstGeom prst="rect">
            <a:avLst/>
          </a:prstGeom>
          <a:solidFill>
            <a:srgbClr val="6566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Rectangle 57">
            <a:extLst>
              <a:ext uri="{FF2B5EF4-FFF2-40B4-BE49-F238E27FC236}">
                <a16:creationId xmlns:a16="http://schemas.microsoft.com/office/drawing/2014/main" id="{D1EEFD75-0EBA-F34A-92F5-40924BECCED2}"/>
              </a:ext>
            </a:extLst>
          </p:cNvPr>
          <p:cNvSpPr/>
          <p:nvPr/>
        </p:nvSpPr>
        <p:spPr>
          <a:xfrm>
            <a:off x="13055732" y="604469"/>
            <a:ext cx="228600" cy="228600"/>
          </a:xfrm>
          <a:prstGeom prst="rect">
            <a:avLst/>
          </a:prstGeom>
          <a:solidFill>
            <a:srgbClr val="9798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58">
            <a:extLst>
              <a:ext uri="{FF2B5EF4-FFF2-40B4-BE49-F238E27FC236}">
                <a16:creationId xmlns:a16="http://schemas.microsoft.com/office/drawing/2014/main" id="{04BC2C23-53F0-FD46-971C-D3836BBF7FD0}"/>
              </a:ext>
            </a:extLst>
          </p:cNvPr>
          <p:cNvSpPr/>
          <p:nvPr/>
        </p:nvSpPr>
        <p:spPr>
          <a:xfrm>
            <a:off x="12829683" y="833070"/>
            <a:ext cx="228600" cy="228600"/>
          </a:xfrm>
          <a:prstGeom prst="rect">
            <a:avLst/>
          </a:prstGeom>
          <a:solidFill>
            <a:srgbClr val="B7B8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7CD0953E-4327-9449-8B7A-37A5DB265E69}"/>
              </a:ext>
            </a:extLst>
          </p:cNvPr>
          <p:cNvSpPr/>
          <p:nvPr/>
        </p:nvSpPr>
        <p:spPr>
          <a:xfrm>
            <a:off x="13055732" y="833070"/>
            <a:ext cx="228600" cy="228600"/>
          </a:xfrm>
          <a:prstGeom prst="rect">
            <a:avLst/>
          </a:prstGeom>
          <a:solidFill>
            <a:srgbClr val="ECEB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4" name="Rectangle 83">
            <a:extLst>
              <a:ext uri="{FF2B5EF4-FFF2-40B4-BE49-F238E27FC236}">
                <a16:creationId xmlns:a16="http://schemas.microsoft.com/office/drawing/2014/main" id="{0A07D903-290E-3C48-9ED2-0F431D94D97A}"/>
              </a:ext>
            </a:extLst>
          </p:cNvPr>
          <p:cNvSpPr/>
          <p:nvPr/>
        </p:nvSpPr>
        <p:spPr>
          <a:xfrm>
            <a:off x="12835275" y="2305476"/>
            <a:ext cx="228600" cy="228600"/>
          </a:xfrm>
          <a:prstGeom prst="rect">
            <a:avLst/>
          </a:prstGeom>
          <a:solidFill>
            <a:srgbClr val="C4AF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Rectangle 84">
            <a:extLst>
              <a:ext uri="{FF2B5EF4-FFF2-40B4-BE49-F238E27FC236}">
                <a16:creationId xmlns:a16="http://schemas.microsoft.com/office/drawing/2014/main" id="{33A16EFA-FED5-CF4C-9E91-FB6B569BDBA8}"/>
              </a:ext>
            </a:extLst>
          </p:cNvPr>
          <p:cNvSpPr/>
          <p:nvPr/>
        </p:nvSpPr>
        <p:spPr>
          <a:xfrm>
            <a:off x="13061324" y="2305476"/>
            <a:ext cx="228600" cy="228600"/>
          </a:xfrm>
          <a:prstGeom prst="rect">
            <a:avLst/>
          </a:prstGeom>
          <a:solidFill>
            <a:srgbClr val="D6C8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6" name="Rectangle 85">
            <a:extLst>
              <a:ext uri="{FF2B5EF4-FFF2-40B4-BE49-F238E27FC236}">
                <a16:creationId xmlns:a16="http://schemas.microsoft.com/office/drawing/2014/main" id="{66AC7B39-E70E-3140-AB8A-960A08D83794}"/>
              </a:ext>
            </a:extLst>
          </p:cNvPr>
          <p:cNvSpPr/>
          <p:nvPr/>
        </p:nvSpPr>
        <p:spPr>
          <a:xfrm>
            <a:off x="12835275" y="2534077"/>
            <a:ext cx="228600" cy="228600"/>
          </a:xfrm>
          <a:prstGeom prst="rect">
            <a:avLst/>
          </a:prstGeom>
          <a:solidFill>
            <a:srgbClr val="EAE3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7" name="Rectangle 86">
            <a:extLst>
              <a:ext uri="{FF2B5EF4-FFF2-40B4-BE49-F238E27FC236}">
                <a16:creationId xmlns:a16="http://schemas.microsoft.com/office/drawing/2014/main" id="{F33EE9A0-32CA-FC47-B03A-E467FE6A8EF9}"/>
              </a:ext>
            </a:extLst>
          </p:cNvPr>
          <p:cNvSpPr/>
          <p:nvPr/>
        </p:nvSpPr>
        <p:spPr>
          <a:xfrm>
            <a:off x="13061324" y="2534077"/>
            <a:ext cx="228600" cy="228600"/>
          </a:xfrm>
          <a:prstGeom prst="rect">
            <a:avLst/>
          </a:prstGeom>
          <a:solidFill>
            <a:srgbClr val="FBF4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4" name="Rectangle 93">
            <a:extLst>
              <a:ext uri="{FF2B5EF4-FFF2-40B4-BE49-F238E27FC236}">
                <a16:creationId xmlns:a16="http://schemas.microsoft.com/office/drawing/2014/main" id="{E604D1C0-68A4-404A-98B2-2B92515333A6}"/>
              </a:ext>
            </a:extLst>
          </p:cNvPr>
          <p:cNvSpPr/>
          <p:nvPr/>
        </p:nvSpPr>
        <p:spPr>
          <a:xfrm>
            <a:off x="12373117" y="3076630"/>
            <a:ext cx="457200" cy="4572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 name="TextBox 106">
            <a:extLst>
              <a:ext uri="{FF2B5EF4-FFF2-40B4-BE49-F238E27FC236}">
                <a16:creationId xmlns:a16="http://schemas.microsoft.com/office/drawing/2014/main" id="{931BAEE7-FFDD-6A4E-BE3A-6428E32DB0FE}"/>
              </a:ext>
            </a:extLst>
          </p:cNvPr>
          <p:cNvSpPr txBox="1"/>
          <p:nvPr/>
        </p:nvSpPr>
        <p:spPr>
          <a:xfrm>
            <a:off x="12449532" y="3149308"/>
            <a:ext cx="297882" cy="314980"/>
          </a:xfrm>
          <a:prstGeom prst="rect">
            <a:avLst/>
          </a:prstGeom>
          <a:noFill/>
        </p:spPr>
        <p:txBody>
          <a:bodyPr wrap="square" lIns="0" tIns="0" rIns="0" bIns="0" rtlCol="0">
            <a:noAutofit/>
          </a:bodyPr>
          <a:lstStyle/>
          <a:p>
            <a:r>
              <a:rPr lang="en-US" sz="700" dirty="0">
                <a:solidFill>
                  <a:schemeClr val="bg1"/>
                </a:solidFill>
              </a:rPr>
              <a:t>R: 43</a:t>
            </a:r>
          </a:p>
          <a:p>
            <a:r>
              <a:rPr lang="en-US" sz="700" dirty="0">
                <a:solidFill>
                  <a:schemeClr val="bg1"/>
                </a:solidFill>
              </a:rPr>
              <a:t>G: 72</a:t>
            </a:r>
          </a:p>
          <a:p>
            <a:r>
              <a:rPr lang="en-US" sz="700" dirty="0">
                <a:solidFill>
                  <a:schemeClr val="bg1"/>
                </a:solidFill>
              </a:rPr>
              <a:t>B: 72</a:t>
            </a:r>
          </a:p>
        </p:txBody>
      </p:sp>
      <p:sp>
        <p:nvSpPr>
          <p:cNvPr id="108" name="Rectangle 107">
            <a:extLst>
              <a:ext uri="{FF2B5EF4-FFF2-40B4-BE49-F238E27FC236}">
                <a16:creationId xmlns:a16="http://schemas.microsoft.com/office/drawing/2014/main" id="{985BF055-56EE-AF4B-9202-6410ADC112E4}"/>
              </a:ext>
            </a:extLst>
          </p:cNvPr>
          <p:cNvSpPr/>
          <p:nvPr/>
        </p:nvSpPr>
        <p:spPr>
          <a:xfrm>
            <a:off x="12829683" y="3076629"/>
            <a:ext cx="228600" cy="228600"/>
          </a:xfrm>
          <a:prstGeom prst="rect">
            <a:avLst/>
          </a:prstGeom>
          <a:solidFill>
            <a:srgbClr val="588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9" name="Rectangle 108">
            <a:extLst>
              <a:ext uri="{FF2B5EF4-FFF2-40B4-BE49-F238E27FC236}">
                <a16:creationId xmlns:a16="http://schemas.microsoft.com/office/drawing/2014/main" id="{6DB33290-CC4A-0042-91D8-3C01C79D1BB5}"/>
              </a:ext>
            </a:extLst>
          </p:cNvPr>
          <p:cNvSpPr/>
          <p:nvPr/>
        </p:nvSpPr>
        <p:spPr>
          <a:xfrm>
            <a:off x="13055732" y="3076629"/>
            <a:ext cx="228600" cy="228600"/>
          </a:xfrm>
          <a:prstGeom prst="rect">
            <a:avLst/>
          </a:prstGeom>
          <a:solidFill>
            <a:srgbClr val="8FAC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0" name="Rectangle 109">
            <a:extLst>
              <a:ext uri="{FF2B5EF4-FFF2-40B4-BE49-F238E27FC236}">
                <a16:creationId xmlns:a16="http://schemas.microsoft.com/office/drawing/2014/main" id="{568739FE-8AE2-DF47-98B0-E0D7A9714675}"/>
              </a:ext>
            </a:extLst>
          </p:cNvPr>
          <p:cNvSpPr/>
          <p:nvPr/>
        </p:nvSpPr>
        <p:spPr>
          <a:xfrm>
            <a:off x="12829683" y="3305230"/>
            <a:ext cx="228600" cy="228600"/>
          </a:xfrm>
          <a:prstGeom prst="rect">
            <a:avLst/>
          </a:prstGeom>
          <a:solidFill>
            <a:srgbClr val="C7D5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1" name="Rectangle 110">
            <a:extLst>
              <a:ext uri="{FF2B5EF4-FFF2-40B4-BE49-F238E27FC236}">
                <a16:creationId xmlns:a16="http://schemas.microsoft.com/office/drawing/2014/main" id="{A39E0ADD-F912-5B48-8E54-0998CDB594DF}"/>
              </a:ext>
            </a:extLst>
          </p:cNvPr>
          <p:cNvSpPr/>
          <p:nvPr/>
        </p:nvSpPr>
        <p:spPr>
          <a:xfrm>
            <a:off x="13055732" y="3305230"/>
            <a:ext cx="228600" cy="228600"/>
          </a:xfrm>
          <a:prstGeom prst="rect">
            <a:avLst/>
          </a:prstGeom>
          <a:solidFill>
            <a:srgbClr val="E2EB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Rectangle 111">
            <a:extLst>
              <a:ext uri="{FF2B5EF4-FFF2-40B4-BE49-F238E27FC236}">
                <a16:creationId xmlns:a16="http://schemas.microsoft.com/office/drawing/2014/main" id="{FD1F384D-E27F-FB4F-B595-01FFC49F4C09}"/>
              </a:ext>
            </a:extLst>
          </p:cNvPr>
          <p:cNvSpPr/>
          <p:nvPr/>
        </p:nvSpPr>
        <p:spPr>
          <a:xfrm>
            <a:off x="12829683" y="3920079"/>
            <a:ext cx="228600" cy="228600"/>
          </a:xfrm>
          <a:prstGeom prst="rect">
            <a:avLst/>
          </a:prstGeom>
          <a:solidFill>
            <a:srgbClr val="B6AE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3" name="Rectangle 112">
            <a:extLst>
              <a:ext uri="{FF2B5EF4-FFF2-40B4-BE49-F238E27FC236}">
                <a16:creationId xmlns:a16="http://schemas.microsoft.com/office/drawing/2014/main" id="{FFE10D49-8410-8B45-B2DA-CC006F7D2240}"/>
              </a:ext>
            </a:extLst>
          </p:cNvPr>
          <p:cNvSpPr/>
          <p:nvPr/>
        </p:nvSpPr>
        <p:spPr>
          <a:xfrm>
            <a:off x="13055732" y="3920079"/>
            <a:ext cx="228600" cy="228600"/>
          </a:xfrm>
          <a:prstGeom prst="rect">
            <a:avLst/>
          </a:prstGeom>
          <a:solidFill>
            <a:srgbClr val="666F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 name="Rectangle 113">
            <a:extLst>
              <a:ext uri="{FF2B5EF4-FFF2-40B4-BE49-F238E27FC236}">
                <a16:creationId xmlns:a16="http://schemas.microsoft.com/office/drawing/2014/main" id="{FD726207-312F-6A4F-AC81-84BEFA142F16}"/>
              </a:ext>
            </a:extLst>
          </p:cNvPr>
          <p:cNvSpPr/>
          <p:nvPr/>
        </p:nvSpPr>
        <p:spPr>
          <a:xfrm>
            <a:off x="12829683" y="4148680"/>
            <a:ext cx="228600" cy="228600"/>
          </a:xfrm>
          <a:prstGeom prst="rect">
            <a:avLst/>
          </a:prstGeom>
          <a:solidFill>
            <a:srgbClr val="B149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5" name="Rectangle 114">
            <a:extLst>
              <a:ext uri="{FF2B5EF4-FFF2-40B4-BE49-F238E27FC236}">
                <a16:creationId xmlns:a16="http://schemas.microsoft.com/office/drawing/2014/main" id="{1F7E11EF-02EF-CA40-9AF3-67764068C447}"/>
              </a:ext>
            </a:extLst>
          </p:cNvPr>
          <p:cNvSpPr/>
          <p:nvPr/>
        </p:nvSpPr>
        <p:spPr>
          <a:xfrm>
            <a:off x="13055732" y="4148680"/>
            <a:ext cx="228600" cy="228600"/>
          </a:xfrm>
          <a:prstGeom prst="rect">
            <a:avLst/>
          </a:prstGeom>
          <a:solidFill>
            <a:srgbClr val="B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6" name="Rectangle 115">
            <a:extLst>
              <a:ext uri="{FF2B5EF4-FFF2-40B4-BE49-F238E27FC236}">
                <a16:creationId xmlns:a16="http://schemas.microsoft.com/office/drawing/2014/main" id="{5EDB5A85-2A04-614F-B1CD-BADEE767D159}"/>
              </a:ext>
            </a:extLst>
          </p:cNvPr>
          <p:cNvSpPr/>
          <p:nvPr/>
        </p:nvSpPr>
        <p:spPr>
          <a:xfrm>
            <a:off x="12377952" y="3920079"/>
            <a:ext cx="228600" cy="228600"/>
          </a:xfrm>
          <a:prstGeom prst="rect">
            <a:avLst/>
          </a:prstGeom>
          <a:solidFill>
            <a:srgbClr val="025C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7" name="Rectangle 116">
            <a:extLst>
              <a:ext uri="{FF2B5EF4-FFF2-40B4-BE49-F238E27FC236}">
                <a16:creationId xmlns:a16="http://schemas.microsoft.com/office/drawing/2014/main" id="{1B6C8546-7D1D-254A-9C12-8DDE4DF12171}"/>
              </a:ext>
            </a:extLst>
          </p:cNvPr>
          <p:cNvSpPr/>
          <p:nvPr/>
        </p:nvSpPr>
        <p:spPr>
          <a:xfrm>
            <a:off x="12604001" y="3920079"/>
            <a:ext cx="228600" cy="228600"/>
          </a:xfrm>
          <a:prstGeom prst="rect">
            <a:avLst/>
          </a:prstGeom>
          <a:solidFill>
            <a:srgbClr val="4399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8" name="Rectangle 117">
            <a:extLst>
              <a:ext uri="{FF2B5EF4-FFF2-40B4-BE49-F238E27FC236}">
                <a16:creationId xmlns:a16="http://schemas.microsoft.com/office/drawing/2014/main" id="{F7773B3B-02B7-E14C-B3FD-355CA49C8B80}"/>
              </a:ext>
            </a:extLst>
          </p:cNvPr>
          <p:cNvSpPr/>
          <p:nvPr/>
        </p:nvSpPr>
        <p:spPr>
          <a:xfrm>
            <a:off x="12377952" y="4148680"/>
            <a:ext cx="228600" cy="228600"/>
          </a:xfrm>
          <a:prstGeom prst="rect">
            <a:avLst/>
          </a:prstGeom>
          <a:solidFill>
            <a:srgbClr val="3F67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9" name="Rectangle 118">
            <a:extLst>
              <a:ext uri="{FF2B5EF4-FFF2-40B4-BE49-F238E27FC236}">
                <a16:creationId xmlns:a16="http://schemas.microsoft.com/office/drawing/2014/main" id="{04B36104-E92F-AB47-A315-842FE4B8E22B}"/>
              </a:ext>
            </a:extLst>
          </p:cNvPr>
          <p:cNvSpPr/>
          <p:nvPr/>
        </p:nvSpPr>
        <p:spPr>
          <a:xfrm>
            <a:off x="12604001" y="4148680"/>
            <a:ext cx="228600" cy="228600"/>
          </a:xfrm>
          <a:prstGeom prst="rect">
            <a:avLst/>
          </a:prstGeom>
          <a:solidFill>
            <a:srgbClr val="8C96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0" name="TextBox 119">
            <a:extLst>
              <a:ext uri="{FF2B5EF4-FFF2-40B4-BE49-F238E27FC236}">
                <a16:creationId xmlns:a16="http://schemas.microsoft.com/office/drawing/2014/main" id="{CCA59396-15B4-5446-A6EB-3C77CA5A443B}"/>
              </a:ext>
            </a:extLst>
          </p:cNvPr>
          <p:cNvSpPr txBox="1"/>
          <p:nvPr/>
        </p:nvSpPr>
        <p:spPr>
          <a:xfrm>
            <a:off x="12375444" y="463072"/>
            <a:ext cx="873195" cy="123111"/>
          </a:xfrm>
          <a:prstGeom prst="rect">
            <a:avLst/>
          </a:prstGeom>
          <a:noFill/>
        </p:spPr>
        <p:txBody>
          <a:bodyPr wrap="square" lIns="0" tIns="0" rIns="0" bIns="0" rtlCol="0">
            <a:spAutoFit/>
          </a:bodyPr>
          <a:lstStyle/>
          <a:p>
            <a:pPr algn="l"/>
            <a:r>
              <a:rPr lang="en-US" sz="800" dirty="0">
                <a:solidFill>
                  <a:schemeClr val="bg1"/>
                </a:solidFill>
              </a:rPr>
              <a:t>Purple</a:t>
            </a:r>
          </a:p>
        </p:txBody>
      </p:sp>
      <p:sp>
        <p:nvSpPr>
          <p:cNvPr id="121" name="TextBox 120">
            <a:extLst>
              <a:ext uri="{FF2B5EF4-FFF2-40B4-BE49-F238E27FC236}">
                <a16:creationId xmlns:a16="http://schemas.microsoft.com/office/drawing/2014/main" id="{D9EE1717-FA0C-BE43-B0C5-1142EC2F14F2}"/>
              </a:ext>
            </a:extLst>
          </p:cNvPr>
          <p:cNvSpPr txBox="1"/>
          <p:nvPr/>
        </p:nvSpPr>
        <p:spPr>
          <a:xfrm>
            <a:off x="12375444" y="1430567"/>
            <a:ext cx="873195" cy="123111"/>
          </a:xfrm>
          <a:prstGeom prst="rect">
            <a:avLst/>
          </a:prstGeom>
          <a:noFill/>
        </p:spPr>
        <p:txBody>
          <a:bodyPr wrap="square" lIns="0" tIns="0" rIns="0" bIns="0" rtlCol="0">
            <a:spAutoFit/>
          </a:bodyPr>
          <a:lstStyle/>
          <a:p>
            <a:pPr algn="l"/>
            <a:r>
              <a:rPr lang="en-US" sz="800" dirty="0">
                <a:solidFill>
                  <a:schemeClr val="bg1"/>
                </a:solidFill>
              </a:rPr>
              <a:t>Gray</a:t>
            </a:r>
          </a:p>
        </p:txBody>
      </p:sp>
      <p:sp>
        <p:nvSpPr>
          <p:cNvPr id="122" name="TextBox 121">
            <a:extLst>
              <a:ext uri="{FF2B5EF4-FFF2-40B4-BE49-F238E27FC236}">
                <a16:creationId xmlns:a16="http://schemas.microsoft.com/office/drawing/2014/main" id="{3B243077-CC4B-6942-A701-57DFCCDD1A70}"/>
              </a:ext>
            </a:extLst>
          </p:cNvPr>
          <p:cNvSpPr txBox="1"/>
          <p:nvPr/>
        </p:nvSpPr>
        <p:spPr>
          <a:xfrm>
            <a:off x="12375444" y="2142458"/>
            <a:ext cx="873195" cy="123111"/>
          </a:xfrm>
          <a:prstGeom prst="rect">
            <a:avLst/>
          </a:prstGeom>
          <a:noFill/>
        </p:spPr>
        <p:txBody>
          <a:bodyPr wrap="square" lIns="0" tIns="0" rIns="0" bIns="0" rtlCol="0">
            <a:spAutoFit/>
          </a:bodyPr>
          <a:lstStyle/>
          <a:p>
            <a:pPr algn="l"/>
            <a:r>
              <a:rPr lang="en-US" sz="800" dirty="0">
                <a:solidFill>
                  <a:schemeClr val="bg1"/>
                </a:solidFill>
              </a:rPr>
              <a:t>Gold</a:t>
            </a:r>
          </a:p>
        </p:txBody>
      </p:sp>
      <p:sp>
        <p:nvSpPr>
          <p:cNvPr id="123" name="TextBox 122">
            <a:extLst>
              <a:ext uri="{FF2B5EF4-FFF2-40B4-BE49-F238E27FC236}">
                <a16:creationId xmlns:a16="http://schemas.microsoft.com/office/drawing/2014/main" id="{6E675CF5-D03A-264F-BE02-8D19C10F124E}"/>
              </a:ext>
            </a:extLst>
          </p:cNvPr>
          <p:cNvSpPr txBox="1"/>
          <p:nvPr/>
        </p:nvSpPr>
        <p:spPr>
          <a:xfrm>
            <a:off x="12375444" y="2897372"/>
            <a:ext cx="873195" cy="123111"/>
          </a:xfrm>
          <a:prstGeom prst="rect">
            <a:avLst/>
          </a:prstGeom>
          <a:noFill/>
        </p:spPr>
        <p:txBody>
          <a:bodyPr wrap="square" lIns="0" tIns="0" rIns="0" bIns="0" rtlCol="0">
            <a:spAutoFit/>
          </a:bodyPr>
          <a:lstStyle/>
          <a:p>
            <a:pPr algn="l"/>
            <a:r>
              <a:rPr lang="en-US" sz="800" dirty="0">
                <a:solidFill>
                  <a:schemeClr val="bg1"/>
                </a:solidFill>
              </a:rPr>
              <a:t>Evergreen</a:t>
            </a:r>
          </a:p>
        </p:txBody>
      </p:sp>
      <p:sp>
        <p:nvSpPr>
          <p:cNvPr id="124" name="TextBox 123">
            <a:extLst>
              <a:ext uri="{FF2B5EF4-FFF2-40B4-BE49-F238E27FC236}">
                <a16:creationId xmlns:a16="http://schemas.microsoft.com/office/drawing/2014/main" id="{23A580D5-3C98-6449-B6BC-F463367A3709}"/>
              </a:ext>
            </a:extLst>
          </p:cNvPr>
          <p:cNvSpPr txBox="1"/>
          <p:nvPr/>
        </p:nvSpPr>
        <p:spPr>
          <a:xfrm>
            <a:off x="12375444" y="3733800"/>
            <a:ext cx="897343" cy="123111"/>
          </a:xfrm>
          <a:prstGeom prst="rect">
            <a:avLst/>
          </a:prstGeom>
          <a:noFill/>
        </p:spPr>
        <p:txBody>
          <a:bodyPr wrap="square" lIns="0" tIns="0" rIns="0" bIns="0" rtlCol="0">
            <a:spAutoFit/>
          </a:bodyPr>
          <a:lstStyle/>
          <a:p>
            <a:pPr algn="l"/>
            <a:r>
              <a:rPr lang="en-US" sz="800" dirty="0">
                <a:solidFill>
                  <a:schemeClr val="bg1"/>
                </a:solidFill>
              </a:rPr>
              <a:t>Tertiary Colors</a:t>
            </a:r>
          </a:p>
        </p:txBody>
      </p:sp>
      <p:sp>
        <p:nvSpPr>
          <p:cNvPr id="125" name="Rectangle 124">
            <a:extLst>
              <a:ext uri="{FF2B5EF4-FFF2-40B4-BE49-F238E27FC236}">
                <a16:creationId xmlns:a16="http://schemas.microsoft.com/office/drawing/2014/main" id="{626468E5-2FDA-EE47-AF88-E61AAECED9AF}"/>
              </a:ext>
            </a:extLst>
          </p:cNvPr>
          <p:cNvSpPr/>
          <p:nvPr/>
        </p:nvSpPr>
        <p:spPr>
          <a:xfrm>
            <a:off x="12829683" y="4756501"/>
            <a:ext cx="228600" cy="228600"/>
          </a:xfrm>
          <a:prstGeom prst="rect">
            <a:avLst/>
          </a:prstGeom>
          <a:solidFill>
            <a:srgbClr val="A32B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Rectangle 125">
            <a:extLst>
              <a:ext uri="{FF2B5EF4-FFF2-40B4-BE49-F238E27FC236}">
                <a16:creationId xmlns:a16="http://schemas.microsoft.com/office/drawing/2014/main" id="{4AB66224-D170-9F48-8D4B-E29EAEE28266}"/>
              </a:ext>
            </a:extLst>
          </p:cNvPr>
          <p:cNvSpPr/>
          <p:nvPr/>
        </p:nvSpPr>
        <p:spPr>
          <a:xfrm>
            <a:off x="12377952" y="4756501"/>
            <a:ext cx="228600" cy="228600"/>
          </a:xfrm>
          <a:prstGeom prst="rect">
            <a:avLst/>
          </a:prstGeom>
          <a:solidFill>
            <a:srgbClr val="4BA4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7" name="Rectangle 126">
            <a:extLst>
              <a:ext uri="{FF2B5EF4-FFF2-40B4-BE49-F238E27FC236}">
                <a16:creationId xmlns:a16="http://schemas.microsoft.com/office/drawing/2014/main" id="{3F39AB0F-CFD7-FA4E-AA0A-4354C2BD6040}"/>
              </a:ext>
            </a:extLst>
          </p:cNvPr>
          <p:cNvSpPr/>
          <p:nvPr/>
        </p:nvSpPr>
        <p:spPr>
          <a:xfrm>
            <a:off x="12604001" y="4756501"/>
            <a:ext cx="228600" cy="228600"/>
          </a:xfrm>
          <a:prstGeom prst="rect">
            <a:avLst/>
          </a:prstGeom>
          <a:solidFill>
            <a:srgbClr val="E9A5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8" name="TextBox 127">
            <a:extLst>
              <a:ext uri="{FF2B5EF4-FFF2-40B4-BE49-F238E27FC236}">
                <a16:creationId xmlns:a16="http://schemas.microsoft.com/office/drawing/2014/main" id="{980F0172-CAF2-9C4A-BDD8-69E1E31388BA}"/>
              </a:ext>
            </a:extLst>
          </p:cNvPr>
          <p:cNvSpPr txBox="1"/>
          <p:nvPr/>
        </p:nvSpPr>
        <p:spPr>
          <a:xfrm>
            <a:off x="12375444" y="4570222"/>
            <a:ext cx="897343" cy="123111"/>
          </a:xfrm>
          <a:prstGeom prst="rect">
            <a:avLst/>
          </a:prstGeom>
          <a:noFill/>
        </p:spPr>
        <p:txBody>
          <a:bodyPr wrap="square" lIns="0" tIns="0" rIns="0" bIns="0" rtlCol="0">
            <a:spAutoFit/>
          </a:bodyPr>
          <a:lstStyle/>
          <a:p>
            <a:pPr algn="l"/>
            <a:r>
              <a:rPr lang="en-US" sz="800" dirty="0">
                <a:solidFill>
                  <a:schemeClr val="bg1"/>
                </a:solidFill>
              </a:rPr>
              <a:t>Graph Colors</a:t>
            </a:r>
          </a:p>
        </p:txBody>
      </p:sp>
      <p:sp>
        <p:nvSpPr>
          <p:cNvPr id="129" name="TextBox 128">
            <a:extLst>
              <a:ext uri="{FF2B5EF4-FFF2-40B4-BE49-F238E27FC236}">
                <a16:creationId xmlns:a16="http://schemas.microsoft.com/office/drawing/2014/main" id="{2BA442F4-818A-B245-BB61-12B5E9EACD80}"/>
              </a:ext>
            </a:extLst>
          </p:cNvPr>
          <p:cNvSpPr txBox="1"/>
          <p:nvPr/>
        </p:nvSpPr>
        <p:spPr>
          <a:xfrm>
            <a:off x="12461582" y="4800600"/>
            <a:ext cx="100091" cy="125819"/>
          </a:xfrm>
          <a:prstGeom prst="rect">
            <a:avLst/>
          </a:prstGeom>
          <a:noFill/>
        </p:spPr>
        <p:txBody>
          <a:bodyPr wrap="square" lIns="0" tIns="0" rIns="0" bIns="0" rtlCol="0">
            <a:spAutoFit/>
          </a:bodyPr>
          <a:lstStyle/>
          <a:p>
            <a:pPr algn="l"/>
            <a:r>
              <a:rPr lang="en-US" sz="800" dirty="0">
                <a:solidFill>
                  <a:schemeClr val="tx1"/>
                </a:solidFill>
              </a:rPr>
              <a:t>B</a:t>
            </a:r>
          </a:p>
        </p:txBody>
      </p:sp>
      <p:sp>
        <p:nvSpPr>
          <p:cNvPr id="130" name="TextBox 129">
            <a:extLst>
              <a:ext uri="{FF2B5EF4-FFF2-40B4-BE49-F238E27FC236}">
                <a16:creationId xmlns:a16="http://schemas.microsoft.com/office/drawing/2014/main" id="{2AC3BFB7-1A20-3747-98FA-557A20FB0E52}"/>
              </a:ext>
            </a:extLst>
          </p:cNvPr>
          <p:cNvSpPr txBox="1"/>
          <p:nvPr/>
        </p:nvSpPr>
        <p:spPr>
          <a:xfrm>
            <a:off x="12680242" y="4800600"/>
            <a:ext cx="100091" cy="125819"/>
          </a:xfrm>
          <a:prstGeom prst="rect">
            <a:avLst/>
          </a:prstGeom>
          <a:noFill/>
        </p:spPr>
        <p:txBody>
          <a:bodyPr wrap="square" lIns="0" tIns="0" rIns="0" bIns="0" rtlCol="0">
            <a:spAutoFit/>
          </a:bodyPr>
          <a:lstStyle/>
          <a:p>
            <a:pPr algn="l"/>
            <a:r>
              <a:rPr lang="en-US" sz="800" dirty="0">
                <a:solidFill>
                  <a:schemeClr val="tx1"/>
                </a:solidFill>
              </a:rPr>
              <a:t>B</a:t>
            </a:r>
          </a:p>
        </p:txBody>
      </p:sp>
      <p:sp>
        <p:nvSpPr>
          <p:cNvPr id="131" name="TextBox 130">
            <a:extLst>
              <a:ext uri="{FF2B5EF4-FFF2-40B4-BE49-F238E27FC236}">
                <a16:creationId xmlns:a16="http://schemas.microsoft.com/office/drawing/2014/main" id="{3B2312B7-87B1-9A4C-BE27-FBAC590308D4}"/>
              </a:ext>
            </a:extLst>
          </p:cNvPr>
          <p:cNvSpPr txBox="1"/>
          <p:nvPr/>
        </p:nvSpPr>
        <p:spPr>
          <a:xfrm>
            <a:off x="12904304" y="4800600"/>
            <a:ext cx="100091" cy="125819"/>
          </a:xfrm>
          <a:prstGeom prst="rect">
            <a:avLst/>
          </a:prstGeom>
          <a:noFill/>
        </p:spPr>
        <p:txBody>
          <a:bodyPr wrap="square" lIns="0" tIns="0" rIns="0" bIns="0" rtlCol="0">
            <a:spAutoFit/>
          </a:bodyPr>
          <a:lstStyle/>
          <a:p>
            <a:pPr algn="l"/>
            <a:r>
              <a:rPr lang="en-US" sz="800" dirty="0">
                <a:solidFill>
                  <a:schemeClr val="bg1"/>
                </a:solidFill>
              </a:rPr>
              <a:t>W</a:t>
            </a:r>
          </a:p>
        </p:txBody>
      </p:sp>
      <p:sp>
        <p:nvSpPr>
          <p:cNvPr id="61" name="Rectangle 60">
            <a:extLst>
              <a:ext uri="{FF2B5EF4-FFF2-40B4-BE49-F238E27FC236}">
                <a16:creationId xmlns:a16="http://schemas.microsoft.com/office/drawing/2014/main" id="{251D7434-9398-DB4A-A57F-6AA81FEB5F0B}"/>
              </a:ext>
            </a:extLst>
          </p:cNvPr>
          <p:cNvSpPr/>
          <p:nvPr userDrawn="1"/>
        </p:nvSpPr>
        <p:spPr>
          <a:xfrm>
            <a:off x="12254583" y="-2"/>
            <a:ext cx="1149843" cy="5307107"/>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Rectangle 61">
            <a:extLst>
              <a:ext uri="{FF2B5EF4-FFF2-40B4-BE49-F238E27FC236}">
                <a16:creationId xmlns:a16="http://schemas.microsoft.com/office/drawing/2014/main" id="{DFDF57CB-AAEC-F749-AED7-F181D52544E0}"/>
              </a:ext>
            </a:extLst>
          </p:cNvPr>
          <p:cNvSpPr/>
          <p:nvPr userDrawn="1"/>
        </p:nvSpPr>
        <p:spPr>
          <a:xfrm>
            <a:off x="12373117" y="1592739"/>
            <a:ext cx="4572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TextBox 62">
            <a:extLst>
              <a:ext uri="{FF2B5EF4-FFF2-40B4-BE49-F238E27FC236}">
                <a16:creationId xmlns:a16="http://schemas.microsoft.com/office/drawing/2014/main" id="{D3B3EA62-3F3D-FF46-AE42-0C3EB50FA2A4}"/>
              </a:ext>
            </a:extLst>
          </p:cNvPr>
          <p:cNvSpPr txBox="1"/>
          <p:nvPr userDrawn="1"/>
        </p:nvSpPr>
        <p:spPr>
          <a:xfrm>
            <a:off x="12449532" y="1665417"/>
            <a:ext cx="297882" cy="314980"/>
          </a:xfrm>
          <a:prstGeom prst="rect">
            <a:avLst/>
          </a:prstGeom>
          <a:noFill/>
        </p:spPr>
        <p:txBody>
          <a:bodyPr wrap="square" lIns="0" tIns="0" rIns="0" bIns="0" rtlCol="0">
            <a:noAutofit/>
          </a:bodyPr>
          <a:lstStyle/>
          <a:p>
            <a:r>
              <a:rPr lang="en-US" sz="700" dirty="0">
                <a:solidFill>
                  <a:schemeClr val="bg1"/>
                </a:solidFill>
              </a:rPr>
              <a:t>R: 63</a:t>
            </a:r>
          </a:p>
          <a:p>
            <a:r>
              <a:rPr lang="en-US" sz="700" dirty="0">
                <a:solidFill>
                  <a:schemeClr val="bg1"/>
                </a:solidFill>
              </a:rPr>
              <a:t>G: 72</a:t>
            </a:r>
          </a:p>
          <a:p>
            <a:r>
              <a:rPr lang="en-US" sz="700" dirty="0">
                <a:solidFill>
                  <a:schemeClr val="bg1"/>
                </a:solidFill>
              </a:rPr>
              <a:t>B: 79</a:t>
            </a:r>
          </a:p>
        </p:txBody>
      </p:sp>
      <p:sp>
        <p:nvSpPr>
          <p:cNvPr id="64" name="Rectangle 63">
            <a:extLst>
              <a:ext uri="{FF2B5EF4-FFF2-40B4-BE49-F238E27FC236}">
                <a16:creationId xmlns:a16="http://schemas.microsoft.com/office/drawing/2014/main" id="{32E32DBC-C6F3-7640-96A4-C2F06770482B}"/>
              </a:ext>
            </a:extLst>
          </p:cNvPr>
          <p:cNvSpPr/>
          <p:nvPr userDrawn="1"/>
        </p:nvSpPr>
        <p:spPr>
          <a:xfrm>
            <a:off x="12829683" y="1592738"/>
            <a:ext cx="228600" cy="228600"/>
          </a:xfrm>
          <a:prstGeom prst="rect">
            <a:avLst/>
          </a:prstGeom>
          <a:solidFill>
            <a:srgbClr val="7175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ectangle 64">
            <a:extLst>
              <a:ext uri="{FF2B5EF4-FFF2-40B4-BE49-F238E27FC236}">
                <a16:creationId xmlns:a16="http://schemas.microsoft.com/office/drawing/2014/main" id="{D413B86F-7E50-584A-8760-1572795B0EAC}"/>
              </a:ext>
            </a:extLst>
          </p:cNvPr>
          <p:cNvSpPr/>
          <p:nvPr userDrawn="1"/>
        </p:nvSpPr>
        <p:spPr>
          <a:xfrm>
            <a:off x="13055732" y="1592738"/>
            <a:ext cx="228600" cy="228600"/>
          </a:xfrm>
          <a:prstGeom prst="rect">
            <a:avLst/>
          </a:prstGeom>
          <a:solidFill>
            <a:srgbClr val="9FA2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Rectangle 65">
            <a:extLst>
              <a:ext uri="{FF2B5EF4-FFF2-40B4-BE49-F238E27FC236}">
                <a16:creationId xmlns:a16="http://schemas.microsoft.com/office/drawing/2014/main" id="{729D1F10-EED9-954F-9F8B-973850B8CED7}"/>
              </a:ext>
            </a:extLst>
          </p:cNvPr>
          <p:cNvSpPr/>
          <p:nvPr userDrawn="1"/>
        </p:nvSpPr>
        <p:spPr>
          <a:xfrm>
            <a:off x="12829683" y="1821339"/>
            <a:ext cx="228600" cy="228600"/>
          </a:xfrm>
          <a:prstGeom prst="rect">
            <a:avLst/>
          </a:prstGeom>
          <a:solidFill>
            <a:srgbClr val="CFD1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Rectangle 67">
            <a:extLst>
              <a:ext uri="{FF2B5EF4-FFF2-40B4-BE49-F238E27FC236}">
                <a16:creationId xmlns:a16="http://schemas.microsoft.com/office/drawing/2014/main" id="{077FC1FB-2B96-B246-85AE-6BA417BFC9C3}"/>
              </a:ext>
            </a:extLst>
          </p:cNvPr>
          <p:cNvSpPr/>
          <p:nvPr userDrawn="1"/>
        </p:nvSpPr>
        <p:spPr>
          <a:xfrm>
            <a:off x="13055732" y="1821339"/>
            <a:ext cx="228600" cy="228600"/>
          </a:xfrm>
          <a:prstGeom prst="rect">
            <a:avLst/>
          </a:prstGeom>
          <a:solidFill>
            <a:srgbClr val="ECEF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Rectangle 69">
            <a:extLst>
              <a:ext uri="{FF2B5EF4-FFF2-40B4-BE49-F238E27FC236}">
                <a16:creationId xmlns:a16="http://schemas.microsoft.com/office/drawing/2014/main" id="{685036A8-AD81-AB48-ADC9-2BD3A9CE831B}"/>
              </a:ext>
            </a:extLst>
          </p:cNvPr>
          <p:cNvSpPr/>
          <p:nvPr userDrawn="1"/>
        </p:nvSpPr>
        <p:spPr>
          <a:xfrm>
            <a:off x="12373117" y="604470"/>
            <a:ext cx="457200" cy="457200"/>
          </a:xfrm>
          <a:prstGeom prst="rect">
            <a:avLst/>
          </a:prstGeom>
          <a:solidFill>
            <a:srgbClr val="342A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TextBox 70">
            <a:extLst>
              <a:ext uri="{FF2B5EF4-FFF2-40B4-BE49-F238E27FC236}">
                <a16:creationId xmlns:a16="http://schemas.microsoft.com/office/drawing/2014/main" id="{07195DD1-0D3B-D84E-ADB4-C31EEDE9A757}"/>
              </a:ext>
            </a:extLst>
          </p:cNvPr>
          <p:cNvSpPr txBox="1"/>
          <p:nvPr userDrawn="1"/>
        </p:nvSpPr>
        <p:spPr>
          <a:xfrm>
            <a:off x="12449532" y="677148"/>
            <a:ext cx="297882" cy="314980"/>
          </a:xfrm>
          <a:prstGeom prst="rect">
            <a:avLst/>
          </a:prstGeom>
          <a:noFill/>
        </p:spPr>
        <p:txBody>
          <a:bodyPr wrap="square" lIns="0" tIns="0" rIns="0" bIns="0" rtlCol="0">
            <a:noAutofit/>
          </a:bodyPr>
          <a:lstStyle/>
          <a:p>
            <a:r>
              <a:rPr lang="en-US" sz="700" dirty="0">
                <a:solidFill>
                  <a:schemeClr val="bg1"/>
                </a:solidFill>
              </a:rPr>
              <a:t>R: 52</a:t>
            </a:r>
          </a:p>
          <a:p>
            <a:r>
              <a:rPr lang="en-US" sz="700" dirty="0">
                <a:solidFill>
                  <a:schemeClr val="bg1"/>
                </a:solidFill>
              </a:rPr>
              <a:t>G: 42</a:t>
            </a:r>
          </a:p>
          <a:p>
            <a:r>
              <a:rPr lang="en-US" sz="700" dirty="0">
                <a:solidFill>
                  <a:schemeClr val="bg1"/>
                </a:solidFill>
              </a:rPr>
              <a:t>B: 134</a:t>
            </a:r>
          </a:p>
        </p:txBody>
      </p:sp>
      <p:sp>
        <p:nvSpPr>
          <p:cNvPr id="72" name="Rectangle 71">
            <a:extLst>
              <a:ext uri="{FF2B5EF4-FFF2-40B4-BE49-F238E27FC236}">
                <a16:creationId xmlns:a16="http://schemas.microsoft.com/office/drawing/2014/main" id="{0B5BB472-D768-E547-B6C4-3AD8BB353190}"/>
              </a:ext>
            </a:extLst>
          </p:cNvPr>
          <p:cNvSpPr/>
          <p:nvPr userDrawn="1"/>
        </p:nvSpPr>
        <p:spPr>
          <a:xfrm>
            <a:off x="12377789" y="2305411"/>
            <a:ext cx="457200" cy="457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TextBox 72">
            <a:extLst>
              <a:ext uri="{FF2B5EF4-FFF2-40B4-BE49-F238E27FC236}">
                <a16:creationId xmlns:a16="http://schemas.microsoft.com/office/drawing/2014/main" id="{AD568382-13CC-A246-A709-456D6602820D}"/>
              </a:ext>
            </a:extLst>
          </p:cNvPr>
          <p:cNvSpPr txBox="1"/>
          <p:nvPr userDrawn="1"/>
        </p:nvSpPr>
        <p:spPr>
          <a:xfrm>
            <a:off x="12375444" y="270921"/>
            <a:ext cx="873195" cy="123111"/>
          </a:xfrm>
          <a:prstGeom prst="rect">
            <a:avLst/>
          </a:prstGeom>
          <a:noFill/>
        </p:spPr>
        <p:txBody>
          <a:bodyPr wrap="square" lIns="0" tIns="0" rIns="0" bIns="0" rtlCol="0">
            <a:spAutoFit/>
          </a:bodyPr>
          <a:lstStyle/>
          <a:p>
            <a:pPr algn="l"/>
            <a:r>
              <a:rPr lang="en-US" sz="800" dirty="0">
                <a:solidFill>
                  <a:schemeClr val="bg1"/>
                </a:solidFill>
              </a:rPr>
              <a:t>Primary Color</a:t>
            </a:r>
          </a:p>
        </p:txBody>
      </p:sp>
      <p:sp>
        <p:nvSpPr>
          <p:cNvPr id="74" name="TextBox 73">
            <a:extLst>
              <a:ext uri="{FF2B5EF4-FFF2-40B4-BE49-F238E27FC236}">
                <a16:creationId xmlns:a16="http://schemas.microsoft.com/office/drawing/2014/main" id="{05EE99E3-ECB1-C840-9AE4-8F5DC559D2C1}"/>
              </a:ext>
            </a:extLst>
          </p:cNvPr>
          <p:cNvSpPr txBox="1"/>
          <p:nvPr userDrawn="1"/>
        </p:nvSpPr>
        <p:spPr>
          <a:xfrm>
            <a:off x="12375444" y="1240112"/>
            <a:ext cx="897343" cy="123111"/>
          </a:xfrm>
          <a:prstGeom prst="rect">
            <a:avLst/>
          </a:prstGeom>
          <a:noFill/>
        </p:spPr>
        <p:txBody>
          <a:bodyPr wrap="square" lIns="0" tIns="0" rIns="0" bIns="0" rtlCol="0">
            <a:spAutoFit/>
          </a:bodyPr>
          <a:lstStyle/>
          <a:p>
            <a:pPr algn="l"/>
            <a:r>
              <a:rPr lang="en-US" sz="800" dirty="0">
                <a:solidFill>
                  <a:schemeClr val="bg1"/>
                </a:solidFill>
              </a:rPr>
              <a:t>Secondary Colors</a:t>
            </a:r>
          </a:p>
        </p:txBody>
      </p:sp>
      <p:sp>
        <p:nvSpPr>
          <p:cNvPr id="75" name="Rectangle 74">
            <a:extLst>
              <a:ext uri="{FF2B5EF4-FFF2-40B4-BE49-F238E27FC236}">
                <a16:creationId xmlns:a16="http://schemas.microsoft.com/office/drawing/2014/main" id="{259A8871-255E-974E-B5FC-F23E1DC1F36D}"/>
              </a:ext>
            </a:extLst>
          </p:cNvPr>
          <p:cNvSpPr/>
          <p:nvPr userDrawn="1"/>
        </p:nvSpPr>
        <p:spPr>
          <a:xfrm>
            <a:off x="12377789" y="2305411"/>
            <a:ext cx="272809" cy="457200"/>
          </a:xfrm>
          <a:prstGeom prst="rect">
            <a:avLst/>
          </a:prstGeom>
          <a:solidFill>
            <a:srgbClr val="8364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TextBox 75">
            <a:extLst>
              <a:ext uri="{FF2B5EF4-FFF2-40B4-BE49-F238E27FC236}">
                <a16:creationId xmlns:a16="http://schemas.microsoft.com/office/drawing/2014/main" id="{1C852ECA-A333-914D-AD07-64CF6E279B59}"/>
              </a:ext>
            </a:extLst>
          </p:cNvPr>
          <p:cNvSpPr txBox="1"/>
          <p:nvPr userDrawn="1"/>
        </p:nvSpPr>
        <p:spPr>
          <a:xfrm>
            <a:off x="12300661" y="2367765"/>
            <a:ext cx="493190" cy="410518"/>
          </a:xfrm>
          <a:prstGeom prst="rect">
            <a:avLst/>
          </a:prstGeom>
          <a:noFill/>
        </p:spPr>
        <p:txBody>
          <a:bodyPr wrap="square" rtlCol="0">
            <a:noAutofit/>
          </a:bodyPr>
          <a:lstStyle/>
          <a:p>
            <a:r>
              <a:rPr lang="en-US" sz="700" dirty="0">
                <a:solidFill>
                  <a:schemeClr val="bg1"/>
                </a:solidFill>
              </a:rPr>
              <a:t>R: 131</a:t>
            </a:r>
          </a:p>
          <a:p>
            <a:r>
              <a:rPr lang="en-US" sz="700" dirty="0">
                <a:solidFill>
                  <a:schemeClr val="bg1"/>
                </a:solidFill>
              </a:rPr>
              <a:t>G: 100</a:t>
            </a:r>
          </a:p>
          <a:p>
            <a:r>
              <a:rPr lang="en-US" sz="700" dirty="0">
                <a:solidFill>
                  <a:schemeClr val="bg1"/>
                </a:solidFill>
              </a:rPr>
              <a:t>B: 52</a:t>
            </a:r>
          </a:p>
        </p:txBody>
      </p:sp>
      <p:sp>
        <p:nvSpPr>
          <p:cNvPr id="77" name="TextBox 76">
            <a:extLst>
              <a:ext uri="{FF2B5EF4-FFF2-40B4-BE49-F238E27FC236}">
                <a16:creationId xmlns:a16="http://schemas.microsoft.com/office/drawing/2014/main" id="{811D9FC8-0B26-2F4B-93AD-A621CA8CE622}"/>
              </a:ext>
            </a:extLst>
          </p:cNvPr>
          <p:cNvSpPr txBox="1"/>
          <p:nvPr userDrawn="1"/>
        </p:nvSpPr>
        <p:spPr>
          <a:xfrm>
            <a:off x="12587454" y="2367765"/>
            <a:ext cx="351714" cy="410518"/>
          </a:xfrm>
          <a:prstGeom prst="rect">
            <a:avLst/>
          </a:prstGeom>
          <a:noFill/>
        </p:spPr>
        <p:txBody>
          <a:bodyPr wrap="square" rtlCol="0">
            <a:noAutofit/>
          </a:bodyPr>
          <a:lstStyle/>
          <a:p>
            <a:r>
              <a:rPr lang="en-US" sz="700" dirty="0">
                <a:solidFill>
                  <a:schemeClr val="bg1"/>
                </a:solidFill>
              </a:rPr>
              <a:t>181</a:t>
            </a:r>
          </a:p>
          <a:p>
            <a:r>
              <a:rPr lang="en-US" sz="700" dirty="0">
                <a:solidFill>
                  <a:schemeClr val="bg1"/>
                </a:solidFill>
              </a:rPr>
              <a:t>147</a:t>
            </a:r>
          </a:p>
          <a:p>
            <a:r>
              <a:rPr lang="en-US" sz="700" dirty="0">
                <a:solidFill>
                  <a:schemeClr val="bg1"/>
                </a:solidFill>
              </a:rPr>
              <a:t>98</a:t>
            </a:r>
          </a:p>
        </p:txBody>
      </p:sp>
      <p:sp>
        <p:nvSpPr>
          <p:cNvPr id="89" name="TextBox 88">
            <a:extLst>
              <a:ext uri="{FF2B5EF4-FFF2-40B4-BE49-F238E27FC236}">
                <a16:creationId xmlns:a16="http://schemas.microsoft.com/office/drawing/2014/main" id="{4365229F-88EF-FA4B-831E-66A1F5E369E0}"/>
              </a:ext>
            </a:extLst>
          </p:cNvPr>
          <p:cNvSpPr txBox="1"/>
          <p:nvPr userDrawn="1"/>
        </p:nvSpPr>
        <p:spPr>
          <a:xfrm>
            <a:off x="12256911" y="0"/>
            <a:ext cx="1059461" cy="215444"/>
          </a:xfrm>
          <a:prstGeom prst="rect">
            <a:avLst/>
          </a:prstGeom>
          <a:noFill/>
        </p:spPr>
        <p:txBody>
          <a:bodyPr wrap="square" rtlCol="0">
            <a:spAutoFit/>
          </a:bodyPr>
          <a:lstStyle/>
          <a:p>
            <a:pPr algn="l"/>
            <a:r>
              <a:rPr lang="en-US" sz="800" dirty="0">
                <a:solidFill>
                  <a:schemeClr val="bg1"/>
                </a:solidFill>
              </a:rPr>
              <a:t>Prosci Color Library</a:t>
            </a:r>
          </a:p>
        </p:txBody>
      </p:sp>
      <p:sp>
        <p:nvSpPr>
          <p:cNvPr id="90" name="Rectangle 89">
            <a:extLst>
              <a:ext uri="{FF2B5EF4-FFF2-40B4-BE49-F238E27FC236}">
                <a16:creationId xmlns:a16="http://schemas.microsoft.com/office/drawing/2014/main" id="{6E4A4EE5-00C4-764C-8A14-577411C48E1E}"/>
              </a:ext>
            </a:extLst>
          </p:cNvPr>
          <p:cNvSpPr/>
          <p:nvPr userDrawn="1"/>
        </p:nvSpPr>
        <p:spPr>
          <a:xfrm>
            <a:off x="12829683" y="604469"/>
            <a:ext cx="228600" cy="228600"/>
          </a:xfrm>
          <a:prstGeom prst="rect">
            <a:avLst/>
          </a:prstGeom>
          <a:solidFill>
            <a:srgbClr val="6566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Rectangle 90">
            <a:extLst>
              <a:ext uri="{FF2B5EF4-FFF2-40B4-BE49-F238E27FC236}">
                <a16:creationId xmlns:a16="http://schemas.microsoft.com/office/drawing/2014/main" id="{E9DE8B2E-6FE4-9D40-B339-927677727CC3}"/>
              </a:ext>
            </a:extLst>
          </p:cNvPr>
          <p:cNvSpPr/>
          <p:nvPr userDrawn="1"/>
        </p:nvSpPr>
        <p:spPr>
          <a:xfrm>
            <a:off x="13055732" y="604469"/>
            <a:ext cx="228600" cy="228600"/>
          </a:xfrm>
          <a:prstGeom prst="rect">
            <a:avLst/>
          </a:prstGeom>
          <a:solidFill>
            <a:srgbClr val="9798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2" name="Rectangle 91">
            <a:extLst>
              <a:ext uri="{FF2B5EF4-FFF2-40B4-BE49-F238E27FC236}">
                <a16:creationId xmlns:a16="http://schemas.microsoft.com/office/drawing/2014/main" id="{BEC46F08-B143-3E48-B5D4-A990FCD12BEC}"/>
              </a:ext>
            </a:extLst>
          </p:cNvPr>
          <p:cNvSpPr/>
          <p:nvPr userDrawn="1"/>
        </p:nvSpPr>
        <p:spPr>
          <a:xfrm>
            <a:off x="12829683" y="833070"/>
            <a:ext cx="228600" cy="228600"/>
          </a:xfrm>
          <a:prstGeom prst="rect">
            <a:avLst/>
          </a:prstGeom>
          <a:solidFill>
            <a:srgbClr val="B7B8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3" name="Rectangle 92">
            <a:extLst>
              <a:ext uri="{FF2B5EF4-FFF2-40B4-BE49-F238E27FC236}">
                <a16:creationId xmlns:a16="http://schemas.microsoft.com/office/drawing/2014/main" id="{063CEAA9-9734-C940-929A-217BF1DBED62}"/>
              </a:ext>
            </a:extLst>
          </p:cNvPr>
          <p:cNvSpPr/>
          <p:nvPr userDrawn="1"/>
        </p:nvSpPr>
        <p:spPr>
          <a:xfrm>
            <a:off x="13055732" y="833070"/>
            <a:ext cx="228600" cy="228600"/>
          </a:xfrm>
          <a:prstGeom prst="rect">
            <a:avLst/>
          </a:prstGeom>
          <a:solidFill>
            <a:srgbClr val="ECEB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5" name="Rectangle 94">
            <a:extLst>
              <a:ext uri="{FF2B5EF4-FFF2-40B4-BE49-F238E27FC236}">
                <a16:creationId xmlns:a16="http://schemas.microsoft.com/office/drawing/2014/main" id="{27ADCCDF-7B3C-FE4E-B739-EC628032904D}"/>
              </a:ext>
            </a:extLst>
          </p:cNvPr>
          <p:cNvSpPr/>
          <p:nvPr userDrawn="1"/>
        </p:nvSpPr>
        <p:spPr>
          <a:xfrm>
            <a:off x="12835275" y="2305476"/>
            <a:ext cx="228600" cy="228600"/>
          </a:xfrm>
          <a:prstGeom prst="rect">
            <a:avLst/>
          </a:prstGeom>
          <a:solidFill>
            <a:srgbClr val="C4AF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Rectangle 95">
            <a:extLst>
              <a:ext uri="{FF2B5EF4-FFF2-40B4-BE49-F238E27FC236}">
                <a16:creationId xmlns:a16="http://schemas.microsoft.com/office/drawing/2014/main" id="{497BAC19-8E1D-4947-8A96-892719D3484E}"/>
              </a:ext>
            </a:extLst>
          </p:cNvPr>
          <p:cNvSpPr/>
          <p:nvPr userDrawn="1"/>
        </p:nvSpPr>
        <p:spPr>
          <a:xfrm>
            <a:off x="13061324" y="2305476"/>
            <a:ext cx="228600" cy="228600"/>
          </a:xfrm>
          <a:prstGeom prst="rect">
            <a:avLst/>
          </a:prstGeom>
          <a:solidFill>
            <a:srgbClr val="D6C8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Rectangle 96">
            <a:extLst>
              <a:ext uri="{FF2B5EF4-FFF2-40B4-BE49-F238E27FC236}">
                <a16:creationId xmlns:a16="http://schemas.microsoft.com/office/drawing/2014/main" id="{B6E9511B-0FF9-464B-8819-162B796543C9}"/>
              </a:ext>
            </a:extLst>
          </p:cNvPr>
          <p:cNvSpPr/>
          <p:nvPr userDrawn="1"/>
        </p:nvSpPr>
        <p:spPr>
          <a:xfrm>
            <a:off x="12835275" y="2534077"/>
            <a:ext cx="228600" cy="228600"/>
          </a:xfrm>
          <a:prstGeom prst="rect">
            <a:avLst/>
          </a:prstGeom>
          <a:solidFill>
            <a:srgbClr val="EAE3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8" name="Rectangle 97">
            <a:extLst>
              <a:ext uri="{FF2B5EF4-FFF2-40B4-BE49-F238E27FC236}">
                <a16:creationId xmlns:a16="http://schemas.microsoft.com/office/drawing/2014/main" id="{399BC469-DDC4-1947-B4AA-38E101AE68CE}"/>
              </a:ext>
            </a:extLst>
          </p:cNvPr>
          <p:cNvSpPr/>
          <p:nvPr userDrawn="1"/>
        </p:nvSpPr>
        <p:spPr>
          <a:xfrm>
            <a:off x="13061324" y="2534077"/>
            <a:ext cx="228600" cy="228600"/>
          </a:xfrm>
          <a:prstGeom prst="rect">
            <a:avLst/>
          </a:prstGeom>
          <a:solidFill>
            <a:srgbClr val="FBF4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9" name="Rectangle 98">
            <a:extLst>
              <a:ext uri="{FF2B5EF4-FFF2-40B4-BE49-F238E27FC236}">
                <a16:creationId xmlns:a16="http://schemas.microsoft.com/office/drawing/2014/main" id="{2AFD7C13-AABB-0242-A785-46F32241F05F}"/>
              </a:ext>
            </a:extLst>
          </p:cNvPr>
          <p:cNvSpPr/>
          <p:nvPr userDrawn="1"/>
        </p:nvSpPr>
        <p:spPr>
          <a:xfrm>
            <a:off x="12373117" y="3076630"/>
            <a:ext cx="457200" cy="4572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0" name="TextBox 99">
            <a:extLst>
              <a:ext uri="{FF2B5EF4-FFF2-40B4-BE49-F238E27FC236}">
                <a16:creationId xmlns:a16="http://schemas.microsoft.com/office/drawing/2014/main" id="{7A77A29E-1844-C04A-BFBB-AA7AAAC1BD3D}"/>
              </a:ext>
            </a:extLst>
          </p:cNvPr>
          <p:cNvSpPr txBox="1"/>
          <p:nvPr userDrawn="1"/>
        </p:nvSpPr>
        <p:spPr>
          <a:xfrm>
            <a:off x="12449532" y="3149308"/>
            <a:ext cx="297882" cy="314980"/>
          </a:xfrm>
          <a:prstGeom prst="rect">
            <a:avLst/>
          </a:prstGeom>
          <a:noFill/>
        </p:spPr>
        <p:txBody>
          <a:bodyPr wrap="square" lIns="0" tIns="0" rIns="0" bIns="0" rtlCol="0">
            <a:noAutofit/>
          </a:bodyPr>
          <a:lstStyle/>
          <a:p>
            <a:r>
              <a:rPr lang="en-US" sz="700" dirty="0">
                <a:solidFill>
                  <a:schemeClr val="bg1"/>
                </a:solidFill>
              </a:rPr>
              <a:t>R: 43</a:t>
            </a:r>
          </a:p>
          <a:p>
            <a:r>
              <a:rPr lang="en-US" sz="700" dirty="0">
                <a:solidFill>
                  <a:schemeClr val="bg1"/>
                </a:solidFill>
              </a:rPr>
              <a:t>G: 72</a:t>
            </a:r>
          </a:p>
          <a:p>
            <a:r>
              <a:rPr lang="en-US" sz="700" dirty="0">
                <a:solidFill>
                  <a:schemeClr val="bg1"/>
                </a:solidFill>
              </a:rPr>
              <a:t>B: 72</a:t>
            </a:r>
          </a:p>
        </p:txBody>
      </p:sp>
      <p:sp>
        <p:nvSpPr>
          <p:cNvPr id="103" name="Rectangle 102">
            <a:extLst>
              <a:ext uri="{FF2B5EF4-FFF2-40B4-BE49-F238E27FC236}">
                <a16:creationId xmlns:a16="http://schemas.microsoft.com/office/drawing/2014/main" id="{0B824FE6-58C8-DE40-A700-81E0798C7FA4}"/>
              </a:ext>
            </a:extLst>
          </p:cNvPr>
          <p:cNvSpPr/>
          <p:nvPr userDrawn="1"/>
        </p:nvSpPr>
        <p:spPr>
          <a:xfrm>
            <a:off x="12829683" y="3076629"/>
            <a:ext cx="228600" cy="228600"/>
          </a:xfrm>
          <a:prstGeom prst="rect">
            <a:avLst/>
          </a:prstGeom>
          <a:solidFill>
            <a:srgbClr val="588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2" name="Rectangle 131">
            <a:extLst>
              <a:ext uri="{FF2B5EF4-FFF2-40B4-BE49-F238E27FC236}">
                <a16:creationId xmlns:a16="http://schemas.microsoft.com/office/drawing/2014/main" id="{70305F16-F841-CA45-B216-F728324C989F}"/>
              </a:ext>
            </a:extLst>
          </p:cNvPr>
          <p:cNvSpPr/>
          <p:nvPr userDrawn="1"/>
        </p:nvSpPr>
        <p:spPr>
          <a:xfrm>
            <a:off x="13055732" y="3076629"/>
            <a:ext cx="228600" cy="228600"/>
          </a:xfrm>
          <a:prstGeom prst="rect">
            <a:avLst/>
          </a:prstGeom>
          <a:solidFill>
            <a:srgbClr val="8FAC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3" name="Rectangle 132">
            <a:extLst>
              <a:ext uri="{FF2B5EF4-FFF2-40B4-BE49-F238E27FC236}">
                <a16:creationId xmlns:a16="http://schemas.microsoft.com/office/drawing/2014/main" id="{2D329892-4898-C648-9143-BE4DEA59B36E}"/>
              </a:ext>
            </a:extLst>
          </p:cNvPr>
          <p:cNvSpPr/>
          <p:nvPr userDrawn="1"/>
        </p:nvSpPr>
        <p:spPr>
          <a:xfrm>
            <a:off x="12829683" y="3305230"/>
            <a:ext cx="228600" cy="228600"/>
          </a:xfrm>
          <a:prstGeom prst="rect">
            <a:avLst/>
          </a:prstGeom>
          <a:solidFill>
            <a:srgbClr val="C7D5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4" name="Rectangle 133">
            <a:extLst>
              <a:ext uri="{FF2B5EF4-FFF2-40B4-BE49-F238E27FC236}">
                <a16:creationId xmlns:a16="http://schemas.microsoft.com/office/drawing/2014/main" id="{512BDFED-15D0-694E-8DF1-BADDCA32B62B}"/>
              </a:ext>
            </a:extLst>
          </p:cNvPr>
          <p:cNvSpPr/>
          <p:nvPr userDrawn="1"/>
        </p:nvSpPr>
        <p:spPr>
          <a:xfrm>
            <a:off x="13055732" y="3305230"/>
            <a:ext cx="228600" cy="228600"/>
          </a:xfrm>
          <a:prstGeom prst="rect">
            <a:avLst/>
          </a:prstGeom>
          <a:solidFill>
            <a:srgbClr val="E2EB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5" name="Rectangle 134">
            <a:extLst>
              <a:ext uri="{FF2B5EF4-FFF2-40B4-BE49-F238E27FC236}">
                <a16:creationId xmlns:a16="http://schemas.microsoft.com/office/drawing/2014/main" id="{CDBC2CFC-4422-6A49-A089-067537848B7A}"/>
              </a:ext>
            </a:extLst>
          </p:cNvPr>
          <p:cNvSpPr/>
          <p:nvPr userDrawn="1"/>
        </p:nvSpPr>
        <p:spPr>
          <a:xfrm>
            <a:off x="12829683" y="3920079"/>
            <a:ext cx="228600" cy="228600"/>
          </a:xfrm>
          <a:prstGeom prst="rect">
            <a:avLst/>
          </a:prstGeom>
          <a:solidFill>
            <a:srgbClr val="B6AE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6" name="Rectangle 135">
            <a:extLst>
              <a:ext uri="{FF2B5EF4-FFF2-40B4-BE49-F238E27FC236}">
                <a16:creationId xmlns:a16="http://schemas.microsoft.com/office/drawing/2014/main" id="{9B7C44EF-B870-9A45-BF78-15104FE6BA1C}"/>
              </a:ext>
            </a:extLst>
          </p:cNvPr>
          <p:cNvSpPr/>
          <p:nvPr userDrawn="1"/>
        </p:nvSpPr>
        <p:spPr>
          <a:xfrm>
            <a:off x="13055732" y="3920079"/>
            <a:ext cx="228600" cy="228600"/>
          </a:xfrm>
          <a:prstGeom prst="rect">
            <a:avLst/>
          </a:prstGeom>
          <a:solidFill>
            <a:srgbClr val="666F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7" name="Rectangle 136">
            <a:extLst>
              <a:ext uri="{FF2B5EF4-FFF2-40B4-BE49-F238E27FC236}">
                <a16:creationId xmlns:a16="http://schemas.microsoft.com/office/drawing/2014/main" id="{40961C16-0C11-D142-AFE7-EE14E22EC55E}"/>
              </a:ext>
            </a:extLst>
          </p:cNvPr>
          <p:cNvSpPr/>
          <p:nvPr userDrawn="1"/>
        </p:nvSpPr>
        <p:spPr>
          <a:xfrm>
            <a:off x="12829683" y="4148680"/>
            <a:ext cx="228600" cy="228600"/>
          </a:xfrm>
          <a:prstGeom prst="rect">
            <a:avLst/>
          </a:prstGeom>
          <a:solidFill>
            <a:srgbClr val="B149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8" name="Rectangle 137">
            <a:extLst>
              <a:ext uri="{FF2B5EF4-FFF2-40B4-BE49-F238E27FC236}">
                <a16:creationId xmlns:a16="http://schemas.microsoft.com/office/drawing/2014/main" id="{9082CB07-72DD-C140-8549-D7DA621ECB99}"/>
              </a:ext>
            </a:extLst>
          </p:cNvPr>
          <p:cNvSpPr/>
          <p:nvPr userDrawn="1"/>
        </p:nvSpPr>
        <p:spPr>
          <a:xfrm>
            <a:off x="13055732" y="4148680"/>
            <a:ext cx="228600" cy="228600"/>
          </a:xfrm>
          <a:prstGeom prst="rect">
            <a:avLst/>
          </a:prstGeom>
          <a:solidFill>
            <a:srgbClr val="B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9" name="Rectangle 138">
            <a:extLst>
              <a:ext uri="{FF2B5EF4-FFF2-40B4-BE49-F238E27FC236}">
                <a16:creationId xmlns:a16="http://schemas.microsoft.com/office/drawing/2014/main" id="{BA9359DC-F98A-0D44-BD29-79102971456A}"/>
              </a:ext>
            </a:extLst>
          </p:cNvPr>
          <p:cNvSpPr/>
          <p:nvPr userDrawn="1"/>
        </p:nvSpPr>
        <p:spPr>
          <a:xfrm>
            <a:off x="12377952" y="3920079"/>
            <a:ext cx="228600" cy="228600"/>
          </a:xfrm>
          <a:prstGeom prst="rect">
            <a:avLst/>
          </a:prstGeom>
          <a:solidFill>
            <a:srgbClr val="025C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0" name="Rectangle 139">
            <a:extLst>
              <a:ext uri="{FF2B5EF4-FFF2-40B4-BE49-F238E27FC236}">
                <a16:creationId xmlns:a16="http://schemas.microsoft.com/office/drawing/2014/main" id="{3F65622E-D29B-EC4E-84CC-E38D93F21D05}"/>
              </a:ext>
            </a:extLst>
          </p:cNvPr>
          <p:cNvSpPr/>
          <p:nvPr userDrawn="1"/>
        </p:nvSpPr>
        <p:spPr>
          <a:xfrm>
            <a:off x="12604001" y="3920079"/>
            <a:ext cx="228600" cy="228600"/>
          </a:xfrm>
          <a:prstGeom prst="rect">
            <a:avLst/>
          </a:prstGeom>
          <a:solidFill>
            <a:srgbClr val="4399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1" name="Rectangle 140">
            <a:extLst>
              <a:ext uri="{FF2B5EF4-FFF2-40B4-BE49-F238E27FC236}">
                <a16:creationId xmlns:a16="http://schemas.microsoft.com/office/drawing/2014/main" id="{79E103B8-CBAF-874F-8409-CB55244AD5DC}"/>
              </a:ext>
            </a:extLst>
          </p:cNvPr>
          <p:cNvSpPr/>
          <p:nvPr userDrawn="1"/>
        </p:nvSpPr>
        <p:spPr>
          <a:xfrm>
            <a:off x="12377952" y="4148680"/>
            <a:ext cx="228600" cy="228600"/>
          </a:xfrm>
          <a:prstGeom prst="rect">
            <a:avLst/>
          </a:prstGeom>
          <a:solidFill>
            <a:srgbClr val="3F67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2" name="Rectangle 141">
            <a:extLst>
              <a:ext uri="{FF2B5EF4-FFF2-40B4-BE49-F238E27FC236}">
                <a16:creationId xmlns:a16="http://schemas.microsoft.com/office/drawing/2014/main" id="{13E0AD27-7EB9-AA4E-8F6B-FD7450065969}"/>
              </a:ext>
            </a:extLst>
          </p:cNvPr>
          <p:cNvSpPr/>
          <p:nvPr userDrawn="1"/>
        </p:nvSpPr>
        <p:spPr>
          <a:xfrm>
            <a:off x="12604001" y="4148680"/>
            <a:ext cx="228600" cy="228600"/>
          </a:xfrm>
          <a:prstGeom prst="rect">
            <a:avLst/>
          </a:prstGeom>
          <a:solidFill>
            <a:srgbClr val="8C96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3" name="TextBox 142">
            <a:extLst>
              <a:ext uri="{FF2B5EF4-FFF2-40B4-BE49-F238E27FC236}">
                <a16:creationId xmlns:a16="http://schemas.microsoft.com/office/drawing/2014/main" id="{29DE9184-E83F-1F43-B3AA-6D9CC5D0C057}"/>
              </a:ext>
            </a:extLst>
          </p:cNvPr>
          <p:cNvSpPr txBox="1"/>
          <p:nvPr userDrawn="1"/>
        </p:nvSpPr>
        <p:spPr>
          <a:xfrm>
            <a:off x="12375444" y="463072"/>
            <a:ext cx="873195" cy="123111"/>
          </a:xfrm>
          <a:prstGeom prst="rect">
            <a:avLst/>
          </a:prstGeom>
          <a:noFill/>
        </p:spPr>
        <p:txBody>
          <a:bodyPr wrap="square" lIns="0" tIns="0" rIns="0" bIns="0" rtlCol="0">
            <a:spAutoFit/>
          </a:bodyPr>
          <a:lstStyle/>
          <a:p>
            <a:pPr algn="l"/>
            <a:r>
              <a:rPr lang="en-US" sz="800" dirty="0">
                <a:solidFill>
                  <a:schemeClr val="bg1"/>
                </a:solidFill>
              </a:rPr>
              <a:t>Purple</a:t>
            </a:r>
          </a:p>
        </p:txBody>
      </p:sp>
      <p:sp>
        <p:nvSpPr>
          <p:cNvPr id="144" name="TextBox 143">
            <a:extLst>
              <a:ext uri="{FF2B5EF4-FFF2-40B4-BE49-F238E27FC236}">
                <a16:creationId xmlns:a16="http://schemas.microsoft.com/office/drawing/2014/main" id="{AAE46A22-2188-2E49-93B7-B86E716C7EB2}"/>
              </a:ext>
            </a:extLst>
          </p:cNvPr>
          <p:cNvSpPr txBox="1"/>
          <p:nvPr userDrawn="1"/>
        </p:nvSpPr>
        <p:spPr>
          <a:xfrm>
            <a:off x="12375444" y="1430567"/>
            <a:ext cx="873195" cy="123111"/>
          </a:xfrm>
          <a:prstGeom prst="rect">
            <a:avLst/>
          </a:prstGeom>
          <a:noFill/>
        </p:spPr>
        <p:txBody>
          <a:bodyPr wrap="square" lIns="0" tIns="0" rIns="0" bIns="0" rtlCol="0">
            <a:spAutoFit/>
          </a:bodyPr>
          <a:lstStyle/>
          <a:p>
            <a:pPr algn="l"/>
            <a:r>
              <a:rPr lang="en-US" sz="800" dirty="0">
                <a:solidFill>
                  <a:schemeClr val="bg1"/>
                </a:solidFill>
              </a:rPr>
              <a:t>Gray</a:t>
            </a:r>
          </a:p>
        </p:txBody>
      </p:sp>
      <p:sp>
        <p:nvSpPr>
          <p:cNvPr id="145" name="TextBox 144">
            <a:extLst>
              <a:ext uri="{FF2B5EF4-FFF2-40B4-BE49-F238E27FC236}">
                <a16:creationId xmlns:a16="http://schemas.microsoft.com/office/drawing/2014/main" id="{82A68433-F6CE-3F43-9943-D9BDA858CD4F}"/>
              </a:ext>
            </a:extLst>
          </p:cNvPr>
          <p:cNvSpPr txBox="1"/>
          <p:nvPr userDrawn="1"/>
        </p:nvSpPr>
        <p:spPr>
          <a:xfrm>
            <a:off x="12375444" y="2142458"/>
            <a:ext cx="873195" cy="123111"/>
          </a:xfrm>
          <a:prstGeom prst="rect">
            <a:avLst/>
          </a:prstGeom>
          <a:noFill/>
        </p:spPr>
        <p:txBody>
          <a:bodyPr wrap="square" lIns="0" tIns="0" rIns="0" bIns="0" rtlCol="0">
            <a:spAutoFit/>
          </a:bodyPr>
          <a:lstStyle/>
          <a:p>
            <a:pPr algn="l"/>
            <a:r>
              <a:rPr lang="en-US" sz="800" dirty="0">
                <a:solidFill>
                  <a:schemeClr val="bg1"/>
                </a:solidFill>
              </a:rPr>
              <a:t>Gold</a:t>
            </a:r>
          </a:p>
        </p:txBody>
      </p:sp>
      <p:sp>
        <p:nvSpPr>
          <p:cNvPr id="146" name="TextBox 145">
            <a:extLst>
              <a:ext uri="{FF2B5EF4-FFF2-40B4-BE49-F238E27FC236}">
                <a16:creationId xmlns:a16="http://schemas.microsoft.com/office/drawing/2014/main" id="{F152BD57-173A-5E4B-B267-B60B70BDCAB0}"/>
              </a:ext>
            </a:extLst>
          </p:cNvPr>
          <p:cNvSpPr txBox="1"/>
          <p:nvPr userDrawn="1"/>
        </p:nvSpPr>
        <p:spPr>
          <a:xfrm>
            <a:off x="12375444" y="2897372"/>
            <a:ext cx="873195" cy="123111"/>
          </a:xfrm>
          <a:prstGeom prst="rect">
            <a:avLst/>
          </a:prstGeom>
          <a:noFill/>
        </p:spPr>
        <p:txBody>
          <a:bodyPr wrap="square" lIns="0" tIns="0" rIns="0" bIns="0" rtlCol="0">
            <a:spAutoFit/>
          </a:bodyPr>
          <a:lstStyle/>
          <a:p>
            <a:pPr algn="l"/>
            <a:r>
              <a:rPr lang="en-US" sz="800" dirty="0">
                <a:solidFill>
                  <a:schemeClr val="bg1"/>
                </a:solidFill>
              </a:rPr>
              <a:t>Evergreen</a:t>
            </a:r>
          </a:p>
        </p:txBody>
      </p:sp>
      <p:sp>
        <p:nvSpPr>
          <p:cNvPr id="147" name="TextBox 146">
            <a:extLst>
              <a:ext uri="{FF2B5EF4-FFF2-40B4-BE49-F238E27FC236}">
                <a16:creationId xmlns:a16="http://schemas.microsoft.com/office/drawing/2014/main" id="{EC649E85-2BFE-9543-9D2D-0012BA5A64D0}"/>
              </a:ext>
            </a:extLst>
          </p:cNvPr>
          <p:cNvSpPr txBox="1"/>
          <p:nvPr userDrawn="1"/>
        </p:nvSpPr>
        <p:spPr>
          <a:xfrm>
            <a:off x="12375444" y="3733800"/>
            <a:ext cx="897343" cy="123111"/>
          </a:xfrm>
          <a:prstGeom prst="rect">
            <a:avLst/>
          </a:prstGeom>
          <a:noFill/>
        </p:spPr>
        <p:txBody>
          <a:bodyPr wrap="square" lIns="0" tIns="0" rIns="0" bIns="0" rtlCol="0">
            <a:spAutoFit/>
          </a:bodyPr>
          <a:lstStyle/>
          <a:p>
            <a:pPr algn="l"/>
            <a:r>
              <a:rPr lang="en-US" sz="800" dirty="0">
                <a:solidFill>
                  <a:schemeClr val="bg1"/>
                </a:solidFill>
              </a:rPr>
              <a:t>Tertiary Colors</a:t>
            </a:r>
          </a:p>
        </p:txBody>
      </p:sp>
      <p:sp>
        <p:nvSpPr>
          <p:cNvPr id="148" name="Rectangle 147">
            <a:extLst>
              <a:ext uri="{FF2B5EF4-FFF2-40B4-BE49-F238E27FC236}">
                <a16:creationId xmlns:a16="http://schemas.microsoft.com/office/drawing/2014/main" id="{455B53E5-09E2-7547-AB5E-542A1462AD8A}"/>
              </a:ext>
            </a:extLst>
          </p:cNvPr>
          <p:cNvSpPr/>
          <p:nvPr userDrawn="1"/>
        </p:nvSpPr>
        <p:spPr>
          <a:xfrm>
            <a:off x="12829683" y="4756501"/>
            <a:ext cx="228600" cy="228600"/>
          </a:xfrm>
          <a:prstGeom prst="rect">
            <a:avLst/>
          </a:prstGeom>
          <a:solidFill>
            <a:srgbClr val="A32B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9" name="Rectangle 148">
            <a:extLst>
              <a:ext uri="{FF2B5EF4-FFF2-40B4-BE49-F238E27FC236}">
                <a16:creationId xmlns:a16="http://schemas.microsoft.com/office/drawing/2014/main" id="{3E53AA5D-3431-844F-8296-0B6008F7202C}"/>
              </a:ext>
            </a:extLst>
          </p:cNvPr>
          <p:cNvSpPr/>
          <p:nvPr userDrawn="1"/>
        </p:nvSpPr>
        <p:spPr>
          <a:xfrm>
            <a:off x="12377952" y="4756501"/>
            <a:ext cx="228600" cy="228600"/>
          </a:xfrm>
          <a:prstGeom prst="rect">
            <a:avLst/>
          </a:prstGeom>
          <a:solidFill>
            <a:srgbClr val="4BA4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0" name="Rectangle 149">
            <a:extLst>
              <a:ext uri="{FF2B5EF4-FFF2-40B4-BE49-F238E27FC236}">
                <a16:creationId xmlns:a16="http://schemas.microsoft.com/office/drawing/2014/main" id="{F78478BC-2CF3-6340-AC38-4553D7C2F024}"/>
              </a:ext>
            </a:extLst>
          </p:cNvPr>
          <p:cNvSpPr/>
          <p:nvPr userDrawn="1"/>
        </p:nvSpPr>
        <p:spPr>
          <a:xfrm>
            <a:off x="12604001" y="4756501"/>
            <a:ext cx="228600" cy="228600"/>
          </a:xfrm>
          <a:prstGeom prst="rect">
            <a:avLst/>
          </a:prstGeom>
          <a:solidFill>
            <a:srgbClr val="E9A5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1" name="TextBox 150">
            <a:extLst>
              <a:ext uri="{FF2B5EF4-FFF2-40B4-BE49-F238E27FC236}">
                <a16:creationId xmlns:a16="http://schemas.microsoft.com/office/drawing/2014/main" id="{E7A2A6FD-748F-334B-87F7-9CEA85CF51E8}"/>
              </a:ext>
            </a:extLst>
          </p:cNvPr>
          <p:cNvSpPr txBox="1"/>
          <p:nvPr userDrawn="1"/>
        </p:nvSpPr>
        <p:spPr>
          <a:xfrm>
            <a:off x="12375444" y="4570222"/>
            <a:ext cx="897343" cy="123111"/>
          </a:xfrm>
          <a:prstGeom prst="rect">
            <a:avLst/>
          </a:prstGeom>
          <a:noFill/>
        </p:spPr>
        <p:txBody>
          <a:bodyPr wrap="square" lIns="0" tIns="0" rIns="0" bIns="0" rtlCol="0">
            <a:spAutoFit/>
          </a:bodyPr>
          <a:lstStyle/>
          <a:p>
            <a:pPr algn="l"/>
            <a:r>
              <a:rPr lang="en-US" sz="800" dirty="0">
                <a:solidFill>
                  <a:schemeClr val="bg1"/>
                </a:solidFill>
              </a:rPr>
              <a:t>Graph Colors</a:t>
            </a:r>
          </a:p>
        </p:txBody>
      </p:sp>
      <p:sp>
        <p:nvSpPr>
          <p:cNvPr id="152" name="TextBox 151">
            <a:extLst>
              <a:ext uri="{FF2B5EF4-FFF2-40B4-BE49-F238E27FC236}">
                <a16:creationId xmlns:a16="http://schemas.microsoft.com/office/drawing/2014/main" id="{77D5ED5E-005F-7640-A04A-91D70124A1C2}"/>
              </a:ext>
            </a:extLst>
          </p:cNvPr>
          <p:cNvSpPr txBox="1"/>
          <p:nvPr userDrawn="1"/>
        </p:nvSpPr>
        <p:spPr>
          <a:xfrm>
            <a:off x="12461582" y="4800600"/>
            <a:ext cx="100091" cy="125819"/>
          </a:xfrm>
          <a:prstGeom prst="rect">
            <a:avLst/>
          </a:prstGeom>
          <a:noFill/>
        </p:spPr>
        <p:txBody>
          <a:bodyPr wrap="square" lIns="0" tIns="0" rIns="0" bIns="0" rtlCol="0">
            <a:spAutoFit/>
          </a:bodyPr>
          <a:lstStyle/>
          <a:p>
            <a:pPr algn="l"/>
            <a:r>
              <a:rPr lang="en-US" sz="800" dirty="0">
                <a:solidFill>
                  <a:schemeClr val="tx1"/>
                </a:solidFill>
              </a:rPr>
              <a:t>B</a:t>
            </a:r>
          </a:p>
        </p:txBody>
      </p:sp>
      <p:sp>
        <p:nvSpPr>
          <p:cNvPr id="153" name="TextBox 152">
            <a:extLst>
              <a:ext uri="{FF2B5EF4-FFF2-40B4-BE49-F238E27FC236}">
                <a16:creationId xmlns:a16="http://schemas.microsoft.com/office/drawing/2014/main" id="{DC10F64F-CADB-3449-8BE1-D24C6D7F5004}"/>
              </a:ext>
            </a:extLst>
          </p:cNvPr>
          <p:cNvSpPr txBox="1"/>
          <p:nvPr userDrawn="1"/>
        </p:nvSpPr>
        <p:spPr>
          <a:xfrm>
            <a:off x="12680242" y="4800600"/>
            <a:ext cx="100091" cy="125819"/>
          </a:xfrm>
          <a:prstGeom prst="rect">
            <a:avLst/>
          </a:prstGeom>
          <a:noFill/>
        </p:spPr>
        <p:txBody>
          <a:bodyPr wrap="square" lIns="0" tIns="0" rIns="0" bIns="0" rtlCol="0">
            <a:spAutoFit/>
          </a:bodyPr>
          <a:lstStyle/>
          <a:p>
            <a:pPr algn="l"/>
            <a:r>
              <a:rPr lang="en-US" sz="800" dirty="0">
                <a:solidFill>
                  <a:schemeClr val="tx1"/>
                </a:solidFill>
              </a:rPr>
              <a:t>B</a:t>
            </a:r>
          </a:p>
        </p:txBody>
      </p:sp>
      <p:sp>
        <p:nvSpPr>
          <p:cNvPr id="154" name="TextBox 153">
            <a:extLst>
              <a:ext uri="{FF2B5EF4-FFF2-40B4-BE49-F238E27FC236}">
                <a16:creationId xmlns:a16="http://schemas.microsoft.com/office/drawing/2014/main" id="{6EA22940-E0E7-9548-930E-56F5476F40B1}"/>
              </a:ext>
            </a:extLst>
          </p:cNvPr>
          <p:cNvSpPr txBox="1"/>
          <p:nvPr userDrawn="1"/>
        </p:nvSpPr>
        <p:spPr>
          <a:xfrm>
            <a:off x="12904304" y="4800600"/>
            <a:ext cx="100091" cy="125819"/>
          </a:xfrm>
          <a:prstGeom prst="rect">
            <a:avLst/>
          </a:prstGeom>
          <a:noFill/>
        </p:spPr>
        <p:txBody>
          <a:bodyPr wrap="square" lIns="0" tIns="0" rIns="0" bIns="0" rtlCol="0">
            <a:spAutoFit/>
          </a:bodyPr>
          <a:lstStyle/>
          <a:p>
            <a:pPr algn="l"/>
            <a:r>
              <a:rPr lang="en-US" sz="800" dirty="0">
                <a:solidFill>
                  <a:schemeClr val="bg1"/>
                </a:solidFill>
              </a:rPr>
              <a:t>W</a:t>
            </a:r>
          </a:p>
        </p:txBody>
      </p:sp>
    </p:spTree>
    <p:extLst>
      <p:ext uri="{BB962C8B-B14F-4D97-AF65-F5344CB8AC3E}">
        <p14:creationId xmlns:p14="http://schemas.microsoft.com/office/powerpoint/2010/main" val="3182821129"/>
      </p:ext>
    </p:extLst>
  </p:cSld>
  <p:clrMap bg1="lt1" tx1="dk1" bg2="lt2" tx2="dk2" accent1="accent1" accent2="accent2" accent3="accent3" accent4="accent4" accent5="accent5" accent6="accent6" hlink="hlink" folHlink="folHlink"/>
  <p:sldLayoutIdLst>
    <p:sldLayoutId id="2147483823" r:id="rId1"/>
    <p:sldLayoutId id="2147483862" r:id="rId2"/>
    <p:sldLayoutId id="2147483864" r:id="rId3"/>
    <p:sldLayoutId id="2147483869" r:id="rId4"/>
    <p:sldLayoutId id="2147483888" r:id="rId5"/>
    <p:sldLayoutId id="2147483889" r:id="rId6"/>
    <p:sldLayoutId id="2147483890" r:id="rId7"/>
    <p:sldLayoutId id="2147483891" r:id="rId8"/>
    <p:sldLayoutId id="2147483892" r:id="rId9"/>
  </p:sldLayoutIdLst>
  <p:txStyles>
    <p:titleStyle>
      <a:lvl1pPr algn="l" defTabSz="914400" rtl="0" eaLnBrk="1" latinLnBrk="0" hangingPunct="1">
        <a:lnSpc>
          <a:spcPct val="90000"/>
        </a:lnSpc>
        <a:spcBef>
          <a:spcPct val="0"/>
        </a:spcBef>
        <a:buNone/>
        <a:defRPr lang="en-US" sz="3600" kern="1200" cap="none" baseline="0" dirty="0">
          <a:solidFill>
            <a:schemeClr val="tx1"/>
          </a:solidFill>
          <a:latin typeface="+mj-lt"/>
          <a:ea typeface="+mj-ea"/>
          <a:cs typeface="+mj-cs"/>
        </a:defRPr>
      </a:lvl1pPr>
    </p:titleStyle>
    <p:bodyStyle>
      <a:lvl1pPr marL="274320" indent="-274320" algn="l" defTabSz="914400" rtl="0" eaLnBrk="1" latinLnBrk="0" hangingPunct="1">
        <a:lnSpc>
          <a:spcPts val="3200"/>
        </a:lnSpc>
        <a:spcBef>
          <a:spcPts val="600"/>
        </a:spcBef>
        <a:buClr>
          <a:schemeClr val="accent3"/>
        </a:buClr>
        <a:buFont typeface="Arial" panose="020B0604020202020204" pitchFamily="34" charset="0"/>
        <a:buChar char="•"/>
        <a:defRPr sz="2800" kern="1200">
          <a:solidFill>
            <a:schemeClr val="tx1"/>
          </a:solidFill>
          <a:latin typeface="+mn-lt"/>
          <a:ea typeface="+mn-ea"/>
          <a:cs typeface="+mn-cs"/>
        </a:defRPr>
      </a:lvl1pPr>
      <a:lvl2pPr marL="548640" indent="-274320" algn="l" defTabSz="914400" rtl="0" eaLnBrk="1" latinLnBrk="0" hangingPunct="1">
        <a:lnSpc>
          <a:spcPct val="100000"/>
        </a:lnSpc>
        <a:spcBef>
          <a:spcPts val="600"/>
        </a:spcBef>
        <a:buClr>
          <a:srgbClr val="015C66"/>
        </a:buClr>
        <a:buFont typeface="Open Sans" panose="020B0606030504020204" pitchFamily="34" charset="0"/>
        <a:buChar char="–"/>
        <a:defRPr sz="2400" kern="1200">
          <a:solidFill>
            <a:schemeClr val="tx1"/>
          </a:solidFill>
          <a:latin typeface="+mn-lt"/>
          <a:ea typeface="+mn-ea"/>
          <a:cs typeface="+mn-cs"/>
        </a:defRPr>
      </a:lvl2pPr>
      <a:lvl3pPr marL="822960" indent="-274320" algn="l" defTabSz="914400" rtl="0" eaLnBrk="1" latinLnBrk="0" hangingPunct="1">
        <a:lnSpc>
          <a:spcPct val="100000"/>
        </a:lnSpc>
        <a:spcBef>
          <a:spcPts val="600"/>
        </a:spcBef>
        <a:buClr>
          <a:schemeClr val="accent1"/>
        </a:buClr>
        <a:buFont typeface="Arial" panose="020B0604020202020204" pitchFamily="34" charset="0"/>
        <a:buChar char="•"/>
        <a:defRPr sz="2000" kern="1200">
          <a:solidFill>
            <a:schemeClr val="tx1"/>
          </a:solidFill>
          <a:latin typeface="+mn-lt"/>
          <a:ea typeface="+mn-ea"/>
          <a:cs typeface="+mn-cs"/>
        </a:defRPr>
      </a:lvl3pPr>
      <a:lvl4pPr marL="1097280" indent="-274320" algn="l" defTabSz="914400" rtl="0" eaLnBrk="1" latinLnBrk="0" hangingPunct="1">
        <a:lnSpc>
          <a:spcPct val="100000"/>
        </a:lnSpc>
        <a:spcBef>
          <a:spcPts val="600"/>
        </a:spcBef>
        <a:buClr>
          <a:schemeClr val="accent2"/>
        </a:buClr>
        <a:buFont typeface="Open Sans" panose="020B0606030504020204" pitchFamily="34" charset="0"/>
        <a:buChar char="–"/>
        <a:defRPr sz="1800" kern="1200">
          <a:solidFill>
            <a:schemeClr val="tx1"/>
          </a:solidFill>
          <a:latin typeface="+mn-lt"/>
          <a:ea typeface="+mn-ea"/>
          <a:cs typeface="+mn-cs"/>
        </a:defRPr>
      </a:lvl4pPr>
      <a:lvl5pPr marL="1371600" indent="-27432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orient="horz" pos="2160" userDrawn="1">
          <p15:clr>
            <a:srgbClr val="F26B43"/>
          </p15:clr>
        </p15:guide>
        <p15:guide id="17" pos="3840" userDrawn="1">
          <p15:clr>
            <a:srgbClr val="F26B43"/>
          </p15:clr>
        </p15:guide>
        <p15:guide id="18" pos="192" userDrawn="1">
          <p15:clr>
            <a:srgbClr val="F26B43"/>
          </p15:clr>
        </p15:guide>
        <p15:guide id="19" pos="7488" userDrawn="1">
          <p15:clr>
            <a:srgbClr val="F26B43"/>
          </p15:clr>
        </p15:guide>
        <p15:guide id="20" orient="horz" pos="456" userDrawn="1">
          <p15:clr>
            <a:srgbClr val="F26B43"/>
          </p15:clr>
        </p15:guide>
        <p15:guide id="21" orient="horz" pos="504" userDrawn="1">
          <p15:clr>
            <a:srgbClr val="F26B43"/>
          </p15:clr>
        </p15:guide>
        <p15:guide id="22" orient="horz" pos="3947" userDrawn="1">
          <p15:clr>
            <a:srgbClr val="F26B43"/>
          </p15:clr>
        </p15:guide>
        <p15:guide id="23" orient="horz" pos="3896" userDrawn="1">
          <p15:clr>
            <a:srgbClr val="F26B43"/>
          </p15:clr>
        </p15:guide>
        <p15:guide id="24" pos="5008" userDrawn="1">
          <p15:clr>
            <a:srgbClr val="9FCC3B"/>
          </p15:clr>
        </p15:guide>
        <p15:guide id="25" pos="2672" userDrawn="1">
          <p15:clr>
            <a:srgbClr val="9FCC3B"/>
          </p15:clr>
        </p15:guide>
        <p15:guide id="26" pos="5152" userDrawn="1">
          <p15:clr>
            <a:srgbClr val="9FCC3B"/>
          </p15:clr>
        </p15:guide>
        <p15:guide id="27" pos="2528" userDrawn="1">
          <p15:clr>
            <a:srgbClr val="9FCC3B"/>
          </p15:clr>
        </p15:guide>
        <p15:guide id="28" pos="3768" userDrawn="1">
          <p15:clr>
            <a:srgbClr val="F26B43"/>
          </p15:clr>
        </p15:guide>
        <p15:guide id="29" pos="3912" userDrawn="1">
          <p15:clr>
            <a:srgbClr val="F26B43"/>
          </p15:clr>
        </p15:guide>
        <p15:guide id="30" orient="horz" pos="74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s/_rels/slide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image" Target="../media/image6.png"/><Relationship Id="rId4" Type="http://schemas.openxmlformats.org/officeDocument/2006/relationships/image" Target="../media/image16.jpeg"/></Relationships>
</file>

<file path=ppt/slides/_rels/slide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24.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s>
</file>

<file path=ppt/slides/_rels/slide15.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 Type="http://schemas.openxmlformats.org/officeDocument/2006/relationships/notesSlide" Target="../notesSlides/notesSlide15.xml"/><Relationship Id="rId16" Type="http://schemas.openxmlformats.org/officeDocument/2006/relationships/image" Target="../media/image45.png"/><Relationship Id="rId20" Type="http://schemas.openxmlformats.org/officeDocument/2006/relationships/image" Target="../media/image49.png"/><Relationship Id="rId1" Type="http://schemas.openxmlformats.org/officeDocument/2006/relationships/slideLayout" Target="../slideLayouts/slideLayout5.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10" Type="http://schemas.openxmlformats.org/officeDocument/2006/relationships/image" Target="../media/image39.png"/><Relationship Id="rId19" Type="http://schemas.openxmlformats.org/officeDocument/2006/relationships/image" Target="../media/image48.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s>
</file>

<file path=ppt/slides/_rels/slide16.xml.rels><?xml version="1.0" encoding="UTF-8" standalone="yes"?>
<Relationships xmlns="http://schemas.openxmlformats.org/package/2006/relationships"><Relationship Id="rId8" Type="http://schemas.openxmlformats.org/officeDocument/2006/relationships/image" Target="../media/image59.png"/><Relationship Id="rId13" Type="http://schemas.openxmlformats.org/officeDocument/2006/relationships/image" Target="../media/image64.svg"/><Relationship Id="rId3" Type="http://schemas.openxmlformats.org/officeDocument/2006/relationships/image" Target="../media/image54.png"/><Relationship Id="rId7" Type="http://schemas.openxmlformats.org/officeDocument/2006/relationships/image" Target="../media/image58.png"/><Relationship Id="rId12" Type="http://schemas.openxmlformats.org/officeDocument/2006/relationships/image" Target="../media/image63.png"/><Relationship Id="rId17" Type="http://schemas.openxmlformats.org/officeDocument/2006/relationships/image" Target="../media/image68.svg"/><Relationship Id="rId2" Type="http://schemas.openxmlformats.org/officeDocument/2006/relationships/notesSlide" Target="../notesSlides/notesSlide16.xml"/><Relationship Id="rId16" Type="http://schemas.openxmlformats.org/officeDocument/2006/relationships/image" Target="../media/image67.png"/><Relationship Id="rId1" Type="http://schemas.openxmlformats.org/officeDocument/2006/relationships/slideLayout" Target="../slideLayouts/slideLayout5.xml"/><Relationship Id="rId6" Type="http://schemas.openxmlformats.org/officeDocument/2006/relationships/image" Target="../media/image57.png"/><Relationship Id="rId11" Type="http://schemas.openxmlformats.org/officeDocument/2006/relationships/image" Target="../media/image62.svg"/><Relationship Id="rId5" Type="http://schemas.openxmlformats.org/officeDocument/2006/relationships/image" Target="../media/image56.svg"/><Relationship Id="rId15" Type="http://schemas.openxmlformats.org/officeDocument/2006/relationships/image" Target="../media/image66.svg"/><Relationship Id="rId10" Type="http://schemas.openxmlformats.org/officeDocument/2006/relationships/image" Target="../media/image61.png"/><Relationship Id="rId4" Type="http://schemas.openxmlformats.org/officeDocument/2006/relationships/image" Target="../media/image55.png"/><Relationship Id="rId9" Type="http://schemas.openxmlformats.org/officeDocument/2006/relationships/image" Target="../media/image60.png"/><Relationship Id="rId14" Type="http://schemas.openxmlformats.org/officeDocument/2006/relationships/image" Target="../media/image6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8" Type="http://schemas.openxmlformats.org/officeDocument/2006/relationships/image" Target="../media/image74.svg"/><Relationship Id="rId13" Type="http://schemas.openxmlformats.org/officeDocument/2006/relationships/image" Target="../media/image79.png"/><Relationship Id="rId3" Type="http://schemas.openxmlformats.org/officeDocument/2006/relationships/image" Target="../media/image69.png"/><Relationship Id="rId7" Type="http://schemas.openxmlformats.org/officeDocument/2006/relationships/image" Target="../media/image73.png"/><Relationship Id="rId12" Type="http://schemas.openxmlformats.org/officeDocument/2006/relationships/image" Target="../media/image78.svg"/><Relationship Id="rId2" Type="http://schemas.openxmlformats.org/officeDocument/2006/relationships/notesSlide" Target="../notesSlides/notesSlide18.xml"/><Relationship Id="rId1" Type="http://schemas.openxmlformats.org/officeDocument/2006/relationships/slideLayout" Target="../slideLayouts/slideLayout5.xml"/><Relationship Id="rId6" Type="http://schemas.openxmlformats.org/officeDocument/2006/relationships/image" Target="../media/image72.svg"/><Relationship Id="rId11" Type="http://schemas.openxmlformats.org/officeDocument/2006/relationships/image" Target="../media/image77.png"/><Relationship Id="rId5" Type="http://schemas.openxmlformats.org/officeDocument/2006/relationships/image" Target="../media/image71.png"/><Relationship Id="rId10" Type="http://schemas.openxmlformats.org/officeDocument/2006/relationships/image" Target="../media/image76.svg"/><Relationship Id="rId4" Type="http://schemas.openxmlformats.org/officeDocument/2006/relationships/image" Target="../media/image70.svg"/><Relationship Id="rId9" Type="http://schemas.openxmlformats.org/officeDocument/2006/relationships/image" Target="../media/image75.png"/><Relationship Id="rId14" Type="http://schemas.openxmlformats.org/officeDocument/2006/relationships/image" Target="../media/image80.sv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ED29E86-2326-D943-94FF-4C87421804FC}"/>
              </a:ext>
            </a:extLst>
          </p:cNvPr>
          <p:cNvSpPr txBox="1">
            <a:spLocks/>
          </p:cNvSpPr>
          <p:nvPr/>
        </p:nvSpPr>
        <p:spPr>
          <a:xfrm>
            <a:off x="945491" y="3966779"/>
            <a:ext cx="6897303" cy="549270"/>
          </a:xfrm>
          <a:prstGeom prst="rect">
            <a:avLst/>
          </a:prstGeom>
        </p:spPr>
        <p:txBody>
          <a:bodyPr vert="horz" lIns="0" tIns="45720" rIns="0" bIns="45720" rtlCol="0" anchor="b" anchorCtr="0">
            <a:noAutofit/>
          </a:bodyPr>
          <a:lstStyle>
            <a:lvl1pPr algn="l" defTabSz="914400" rtl="0" eaLnBrk="1" latinLnBrk="0" hangingPunct="1">
              <a:lnSpc>
                <a:spcPct val="90000"/>
              </a:lnSpc>
              <a:spcBef>
                <a:spcPct val="0"/>
              </a:spcBef>
              <a:buNone/>
              <a:defRPr lang="en-US" sz="4400" b="0" i="0" kern="1200" cap="none" baseline="0">
                <a:solidFill>
                  <a:schemeClr val="accent1"/>
                </a:solidFill>
                <a:latin typeface="+mj-lt"/>
                <a:ea typeface="+mj-ea"/>
                <a:cs typeface="Calibri" panose="020F0502020204030204" pitchFamily="34" charset="0"/>
              </a:defRPr>
            </a:lvl1pPr>
          </a:lstStyle>
          <a:p>
            <a:endParaRPr lang="en-US" dirty="0"/>
          </a:p>
        </p:txBody>
      </p:sp>
      <p:sp>
        <p:nvSpPr>
          <p:cNvPr id="8" name="Title 7">
            <a:extLst>
              <a:ext uri="{FF2B5EF4-FFF2-40B4-BE49-F238E27FC236}">
                <a16:creationId xmlns:a16="http://schemas.microsoft.com/office/drawing/2014/main" id="{BA524D70-94C3-4424-9F1A-215A8CC14101}"/>
              </a:ext>
            </a:extLst>
          </p:cNvPr>
          <p:cNvSpPr>
            <a:spLocks noGrp="1"/>
          </p:cNvSpPr>
          <p:nvPr>
            <p:ph type="ctrTitle"/>
          </p:nvPr>
        </p:nvSpPr>
        <p:spPr/>
        <p:txBody>
          <a:bodyPr/>
          <a:lstStyle/>
          <a:p>
            <a:r>
              <a:rPr lang="en-US" dirty="0"/>
              <a:t>Introduction to the </a:t>
            </a:r>
            <a:br>
              <a:rPr lang="en-US" dirty="0"/>
            </a:br>
            <a:r>
              <a:rPr lang="en-US" dirty="0"/>
              <a:t>Prosci ADKAR® Model</a:t>
            </a:r>
          </a:p>
        </p:txBody>
      </p:sp>
      <p:sp>
        <p:nvSpPr>
          <p:cNvPr id="9" name="Subtitle 8">
            <a:extLst>
              <a:ext uri="{FF2B5EF4-FFF2-40B4-BE49-F238E27FC236}">
                <a16:creationId xmlns:a16="http://schemas.microsoft.com/office/drawing/2014/main" id="{7AD8886F-5EA7-4ACB-AC29-C1CE2AD75E83}"/>
              </a:ext>
            </a:extLst>
          </p:cNvPr>
          <p:cNvSpPr>
            <a:spLocks noGrp="1"/>
          </p:cNvSpPr>
          <p:nvPr>
            <p:ph type="subTitle" idx="1"/>
          </p:nvPr>
        </p:nvSpPr>
        <p:spPr/>
        <p:txBody>
          <a:bodyPr/>
          <a:lstStyle/>
          <a:p>
            <a:r>
              <a:rPr lang="en-US" sz="2800" spc="0" dirty="0">
                <a:solidFill>
                  <a:srgbClr val="3F484F"/>
                </a:solidFill>
                <a:effectLst/>
                <a:latin typeface="Calibri" panose="020F0502020204030204" pitchFamily="34" charset="0"/>
                <a:ea typeface="Calibri" panose="020F0502020204030204" pitchFamily="34" charset="0"/>
                <a:cs typeface="Times New Roman" panose="02020603050405020304" pitchFamily="18" charset="0"/>
              </a:rPr>
              <a:t>A Model for Individual Change</a:t>
            </a:r>
            <a:endParaRPr lang="en-US" dirty="0"/>
          </a:p>
        </p:txBody>
      </p:sp>
    </p:spTree>
    <p:extLst>
      <p:ext uri="{BB962C8B-B14F-4D97-AF65-F5344CB8AC3E}">
        <p14:creationId xmlns:p14="http://schemas.microsoft.com/office/powerpoint/2010/main" val="8634943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4BE27DF-98E9-4CE7-925C-FA981B7E9350}"/>
              </a:ext>
            </a:extLst>
          </p:cNvPr>
          <p:cNvSpPr>
            <a:spLocks noGrp="1"/>
          </p:cNvSpPr>
          <p:nvPr>
            <p:ph type="body" sz="quarter" idx="10"/>
          </p:nvPr>
        </p:nvSpPr>
        <p:spPr/>
        <p:txBody>
          <a:bodyPr/>
          <a:lstStyle/>
          <a:p>
            <a:pPr marL="514350" indent="-514350">
              <a:buFont typeface="+mj-lt"/>
              <a:buAutoNum type="arabicPeriod"/>
            </a:pPr>
            <a:r>
              <a:rPr lang="en-US" sz="2800" dirty="0"/>
              <a:t>Introduction to the ADKAR Model (10 min)</a:t>
            </a:r>
          </a:p>
          <a:p>
            <a:pPr marL="514350" indent="-514350">
              <a:buFont typeface="+mj-lt"/>
              <a:buAutoNum type="arabicPeriod"/>
            </a:pPr>
            <a:r>
              <a:rPr lang="en-US" dirty="0"/>
              <a:t>ADKAR </a:t>
            </a:r>
            <a:r>
              <a:rPr lang="en-US" sz="2800" dirty="0"/>
              <a:t>Assessment Activity (10 min)</a:t>
            </a:r>
          </a:p>
          <a:p>
            <a:pPr marL="514350" indent="-514350">
              <a:buFont typeface="+mj-lt"/>
              <a:buAutoNum type="arabicPeriod"/>
            </a:pPr>
            <a:r>
              <a:rPr lang="en-US" dirty="0"/>
              <a:t>ADKAR Model Summary (10 min)</a:t>
            </a:r>
          </a:p>
          <a:p>
            <a:endParaRPr lang="en-US" dirty="0"/>
          </a:p>
        </p:txBody>
      </p:sp>
      <p:sp>
        <p:nvSpPr>
          <p:cNvPr id="3" name="Title 2">
            <a:extLst>
              <a:ext uri="{FF2B5EF4-FFF2-40B4-BE49-F238E27FC236}">
                <a16:creationId xmlns:a16="http://schemas.microsoft.com/office/drawing/2014/main" id="{20E350F4-B06A-4427-A74A-6FAE32F30BD9}"/>
              </a:ext>
            </a:extLst>
          </p:cNvPr>
          <p:cNvSpPr>
            <a:spLocks noGrp="1"/>
          </p:cNvSpPr>
          <p:nvPr>
            <p:ph type="title"/>
          </p:nvPr>
        </p:nvSpPr>
        <p:spPr/>
        <p:txBody>
          <a:bodyPr/>
          <a:lstStyle/>
          <a:p>
            <a:r>
              <a:rPr lang="en-US" dirty="0"/>
              <a:t>Agenda</a:t>
            </a:r>
          </a:p>
        </p:txBody>
      </p:sp>
      <p:grpSp>
        <p:nvGrpSpPr>
          <p:cNvPr id="4" name="Group 3">
            <a:extLst>
              <a:ext uri="{FF2B5EF4-FFF2-40B4-BE49-F238E27FC236}">
                <a16:creationId xmlns:a16="http://schemas.microsoft.com/office/drawing/2014/main" id="{4734B979-D9D3-4EB2-9B76-C95DBB6AAB1E}"/>
              </a:ext>
            </a:extLst>
          </p:cNvPr>
          <p:cNvGrpSpPr>
            <a:grpSpLocks noChangeAspect="1"/>
          </p:cNvGrpSpPr>
          <p:nvPr/>
        </p:nvGrpSpPr>
        <p:grpSpPr>
          <a:xfrm>
            <a:off x="9563760" y="1269175"/>
            <a:ext cx="685800" cy="685800"/>
            <a:chOff x="7371762" y="2745699"/>
            <a:chExt cx="944628" cy="944628"/>
          </a:xfrm>
        </p:grpSpPr>
        <p:sp>
          <p:nvSpPr>
            <p:cNvPr id="5" name="Oval 4">
              <a:extLst>
                <a:ext uri="{FF2B5EF4-FFF2-40B4-BE49-F238E27FC236}">
                  <a16:creationId xmlns:a16="http://schemas.microsoft.com/office/drawing/2014/main" id="{3349C47E-7D5F-491F-BD68-AF475A5EFCE8}"/>
                </a:ext>
              </a:extLst>
            </p:cNvPr>
            <p:cNvSpPr>
              <a:spLocks noChangeAspect="1"/>
            </p:cNvSpPr>
            <p:nvPr/>
          </p:nvSpPr>
          <p:spPr>
            <a:xfrm>
              <a:off x="7371762" y="2745699"/>
              <a:ext cx="944628" cy="944628"/>
            </a:xfrm>
            <a:prstGeom prst="ellipse">
              <a:avLst/>
            </a:prstGeom>
            <a:solidFill>
              <a:srgbClr val="EDF0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pic>
          <p:nvPicPr>
            <p:cNvPr id="6" name="Graphic 5">
              <a:extLst>
                <a:ext uri="{FF2B5EF4-FFF2-40B4-BE49-F238E27FC236}">
                  <a16:creationId xmlns:a16="http://schemas.microsoft.com/office/drawing/2014/main" id="{EC857083-2CB2-4ED2-8019-AA8AE7E4CD1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527816" y="2891653"/>
              <a:ext cx="667919" cy="658377"/>
            </a:xfrm>
            <a:prstGeom prst="rect">
              <a:avLst/>
            </a:prstGeom>
          </p:spPr>
        </p:pic>
      </p:grpSp>
      <p:grpSp>
        <p:nvGrpSpPr>
          <p:cNvPr id="7" name="Group 6">
            <a:extLst>
              <a:ext uri="{FF2B5EF4-FFF2-40B4-BE49-F238E27FC236}">
                <a16:creationId xmlns:a16="http://schemas.microsoft.com/office/drawing/2014/main" id="{DFCA9FC1-F3E5-4A53-9B7B-FFCB26E47F01}"/>
              </a:ext>
            </a:extLst>
          </p:cNvPr>
          <p:cNvGrpSpPr>
            <a:grpSpLocks noChangeAspect="1"/>
          </p:cNvGrpSpPr>
          <p:nvPr/>
        </p:nvGrpSpPr>
        <p:grpSpPr>
          <a:xfrm>
            <a:off x="9576165" y="2088730"/>
            <a:ext cx="685800" cy="685800"/>
            <a:chOff x="412507" y="2743200"/>
            <a:chExt cx="944628" cy="944628"/>
          </a:xfrm>
        </p:grpSpPr>
        <p:sp>
          <p:nvSpPr>
            <p:cNvPr id="8" name="Oval 7">
              <a:extLst>
                <a:ext uri="{FF2B5EF4-FFF2-40B4-BE49-F238E27FC236}">
                  <a16:creationId xmlns:a16="http://schemas.microsoft.com/office/drawing/2014/main" id="{8DD79CE9-BD08-45D1-9485-FB56226F3F20}"/>
                </a:ext>
              </a:extLst>
            </p:cNvPr>
            <p:cNvSpPr>
              <a:spLocks noChangeAspect="1"/>
            </p:cNvSpPr>
            <p:nvPr/>
          </p:nvSpPr>
          <p:spPr>
            <a:xfrm>
              <a:off x="412507" y="2743200"/>
              <a:ext cx="944628" cy="944628"/>
            </a:xfrm>
            <a:prstGeom prst="ellipse">
              <a:avLst/>
            </a:prstGeom>
            <a:solidFill>
              <a:srgbClr val="EDF0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pic>
          <p:nvPicPr>
            <p:cNvPr id="9" name="Graphic 8">
              <a:extLst>
                <a:ext uri="{FF2B5EF4-FFF2-40B4-BE49-F238E27FC236}">
                  <a16:creationId xmlns:a16="http://schemas.microsoft.com/office/drawing/2014/main" id="{0CAA3067-2DC4-4073-B582-136CE19B626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4607" y="2891282"/>
              <a:ext cx="667919" cy="658377"/>
            </a:xfrm>
            <a:prstGeom prst="rect">
              <a:avLst/>
            </a:prstGeom>
          </p:spPr>
        </p:pic>
      </p:grpSp>
      <p:sp>
        <p:nvSpPr>
          <p:cNvPr id="10" name="TextBox 9">
            <a:extLst>
              <a:ext uri="{FF2B5EF4-FFF2-40B4-BE49-F238E27FC236}">
                <a16:creationId xmlns:a16="http://schemas.microsoft.com/office/drawing/2014/main" id="{E169A1A6-C930-42B9-AED7-610604B322BC}"/>
              </a:ext>
            </a:extLst>
          </p:cNvPr>
          <p:cNvSpPr txBox="1"/>
          <p:nvPr/>
        </p:nvSpPr>
        <p:spPr>
          <a:xfrm>
            <a:off x="10251332" y="1319688"/>
            <a:ext cx="2157744"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1"/>
                </a:solidFill>
                <a:effectLst/>
                <a:uLnTx/>
                <a:uFillTx/>
                <a:latin typeface="Calibri"/>
                <a:ea typeface="+mn-ea"/>
                <a:cs typeface="+mn-cs"/>
              </a:rPr>
              <a:t>Suggested Time: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bg1"/>
                </a:solidFill>
                <a:latin typeface="Calibri"/>
              </a:rPr>
              <a:t>3</a:t>
            </a:r>
            <a:r>
              <a:rPr kumimoji="0" lang="en-US" sz="1600" b="0" i="0" u="none" strike="noStrike" kern="1200" cap="none" spc="0" normalizeH="0" baseline="0" noProof="0" dirty="0">
                <a:ln>
                  <a:noFill/>
                </a:ln>
                <a:solidFill>
                  <a:schemeClr val="bg1"/>
                </a:solidFill>
                <a:effectLst/>
                <a:uLnTx/>
                <a:uFillTx/>
                <a:latin typeface="Calibri"/>
                <a:ea typeface="+mn-ea"/>
                <a:cs typeface="+mn-cs"/>
              </a:rPr>
              <a:t>0 minutes</a:t>
            </a:r>
          </a:p>
        </p:txBody>
      </p:sp>
      <p:sp>
        <p:nvSpPr>
          <p:cNvPr id="11" name="TextBox 10">
            <a:extLst>
              <a:ext uri="{FF2B5EF4-FFF2-40B4-BE49-F238E27FC236}">
                <a16:creationId xmlns:a16="http://schemas.microsoft.com/office/drawing/2014/main" id="{C2EBA81C-264D-40C8-B146-401F59174E13}"/>
              </a:ext>
            </a:extLst>
          </p:cNvPr>
          <p:cNvSpPr txBox="1"/>
          <p:nvPr/>
        </p:nvSpPr>
        <p:spPr>
          <a:xfrm>
            <a:off x="10249560" y="2130779"/>
            <a:ext cx="272891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1"/>
                </a:solidFill>
                <a:effectLst/>
                <a:uLnTx/>
                <a:uFillTx/>
                <a:latin typeface="Calibri"/>
                <a:ea typeface="+mn-ea"/>
                <a:cs typeface="+mn-cs"/>
              </a:rPr>
              <a:t>Materials Required: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bg1"/>
                </a:solidFill>
                <a:latin typeface="Calibri"/>
              </a:rPr>
              <a:t>ADKAR</a:t>
            </a:r>
            <a:r>
              <a:rPr kumimoji="0" lang="en-US" sz="1600" b="0" i="0" u="none" strike="noStrike" kern="1200" cap="none" spc="0" normalizeH="0" baseline="0" noProof="0" dirty="0">
                <a:ln>
                  <a:noFill/>
                </a:ln>
                <a:solidFill>
                  <a:schemeClr val="bg1"/>
                </a:solidFill>
                <a:effectLst/>
                <a:uLnTx/>
                <a:uFillTx/>
                <a:latin typeface="Calibri"/>
                <a:ea typeface="+mn-ea"/>
                <a:cs typeface="+mn-cs"/>
              </a:rPr>
              <a:t> Assessment</a:t>
            </a:r>
          </a:p>
        </p:txBody>
      </p:sp>
      <p:sp>
        <p:nvSpPr>
          <p:cNvPr id="12" name="TextBox 11">
            <a:extLst>
              <a:ext uri="{FF2B5EF4-FFF2-40B4-BE49-F238E27FC236}">
                <a16:creationId xmlns:a16="http://schemas.microsoft.com/office/drawing/2014/main" id="{B449FB3C-36B3-448B-99B4-C536157FFAC2}"/>
              </a:ext>
            </a:extLst>
          </p:cNvPr>
          <p:cNvSpPr txBox="1"/>
          <p:nvPr/>
        </p:nvSpPr>
        <p:spPr>
          <a:xfrm>
            <a:off x="304800" y="2674220"/>
            <a:ext cx="5953760" cy="383940"/>
          </a:xfrm>
          <a:prstGeom prst="rect">
            <a:avLst/>
          </a:prstGeom>
          <a:noFill/>
        </p:spPr>
        <p:txBody>
          <a:bodyPr wrap="square" rtlCol="0">
            <a:spAutoFit/>
          </a:bodyPr>
          <a:lstStyle/>
          <a:p>
            <a:r>
              <a:rPr lang="en-US" dirty="0">
                <a:solidFill>
                  <a:schemeClr val="bg1"/>
                </a:solidFill>
              </a:rPr>
              <a:t>The ADKAR Model enables individual adoption and usage</a:t>
            </a:r>
          </a:p>
        </p:txBody>
      </p:sp>
    </p:spTree>
    <p:extLst>
      <p:ext uri="{BB962C8B-B14F-4D97-AF65-F5344CB8AC3E}">
        <p14:creationId xmlns:p14="http://schemas.microsoft.com/office/powerpoint/2010/main" val="3975790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9D382-60F3-4FBF-A63F-57AB42ABC9A1}"/>
              </a:ext>
            </a:extLst>
          </p:cNvPr>
          <p:cNvSpPr>
            <a:spLocks noGrp="1"/>
          </p:cNvSpPr>
          <p:nvPr>
            <p:ph type="title" idx="4294967295"/>
          </p:nvPr>
        </p:nvSpPr>
        <p:spPr>
          <a:xfrm>
            <a:off x="304800" y="-823204"/>
            <a:ext cx="11582400" cy="823204"/>
          </a:xfrm>
        </p:spPr>
        <p:txBody>
          <a:bodyPr vert="horz" lIns="0" tIns="45720" rIns="0" bIns="45720" rtlCol="0" anchor="b" anchorCtr="0">
            <a:noAutofit/>
          </a:bodyPr>
          <a:lstStyle/>
          <a:p>
            <a:r>
              <a:rPr lang="en-US" dirty="0"/>
              <a:t>Jeff Hiatt Quote About ADKAR</a:t>
            </a:r>
          </a:p>
        </p:txBody>
      </p:sp>
      <p:pic>
        <p:nvPicPr>
          <p:cNvPr id="4" name="Picture 2">
            <a:extLst>
              <a:ext uri="{FF2B5EF4-FFF2-40B4-BE49-F238E27FC236}">
                <a16:creationId xmlns:a16="http://schemas.microsoft.com/office/drawing/2014/main" id="{817F79FE-0E34-412A-813A-4F6F2D8AADC7}"/>
              </a:ext>
              <a:ext uri="{C183D7F6-B498-43B3-948B-1728B52AA6E4}">
                <adec:decorative xmlns:adec="http://schemas.microsoft.com/office/drawing/2017/decorative" val="1"/>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8FA56C5-8215-4F86-A505-678083857460}"/>
              </a:ext>
              <a:ext uri="{C183D7F6-B498-43B3-948B-1728B52AA6E4}">
                <adec:decorative xmlns:adec="http://schemas.microsoft.com/office/drawing/2017/decorative" val="1"/>
              </a:ext>
            </a:extLst>
          </p:cNvPr>
          <p:cNvSpPr txBox="1"/>
          <p:nvPr/>
        </p:nvSpPr>
        <p:spPr>
          <a:xfrm>
            <a:off x="0" y="-10180"/>
            <a:ext cx="12192000" cy="6858000"/>
          </a:xfrm>
          <a:prstGeom prst="rect">
            <a:avLst/>
          </a:prstGeom>
          <a:solidFill>
            <a:srgbClr val="262626">
              <a:alpha val="69804"/>
            </a:srgbClr>
          </a:solidFill>
        </p:spPr>
        <p:txBody>
          <a:bodyPr wrap="square" rtlCol="0">
            <a:noAutofit/>
          </a:bodyPr>
          <a:lstStyle/>
          <a:p>
            <a:pPr marL="115888" algn="ctr"/>
            <a:endParaRPr lang="en-US" sz="4000" dirty="0">
              <a:solidFill>
                <a:schemeClr val="bg1"/>
              </a:solidFill>
            </a:endParaRPr>
          </a:p>
        </p:txBody>
      </p:sp>
      <p:pic>
        <p:nvPicPr>
          <p:cNvPr id="8" name="Picture 2">
            <a:extLst>
              <a:ext uri="{FF2B5EF4-FFF2-40B4-BE49-F238E27FC236}">
                <a16:creationId xmlns:a16="http://schemas.microsoft.com/office/drawing/2014/main" id="{B0D2B0C9-F645-401E-8396-5292D6C428BF}"/>
              </a:ext>
              <a:ext uri="{C183D7F6-B498-43B3-948B-1728B52AA6E4}">
                <adec:decorative xmlns:adec="http://schemas.microsoft.com/office/drawing/2017/decorative" val="1"/>
              </a:ext>
            </a:extLst>
          </p:cNvPr>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5257800" y="2971800"/>
            <a:ext cx="990600" cy="1219200"/>
          </a:xfrm>
          <a:prstGeom prst="ellipse">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D379AE0D-D1CE-480E-98B9-F6CFB83EFB66}"/>
              </a:ext>
            </a:extLst>
          </p:cNvPr>
          <p:cNvSpPr txBox="1"/>
          <p:nvPr/>
        </p:nvSpPr>
        <p:spPr>
          <a:xfrm>
            <a:off x="533400" y="349508"/>
            <a:ext cx="10591800" cy="2062103"/>
          </a:xfrm>
          <a:prstGeom prst="rect">
            <a:avLst/>
          </a:prstGeom>
          <a:noFill/>
        </p:spPr>
        <p:txBody>
          <a:bodyPr wrap="square" rtlCol="0">
            <a:spAutoFit/>
          </a:bodyPr>
          <a:lstStyle/>
          <a:p>
            <a:pPr marL="115888"/>
            <a:r>
              <a:rPr lang="en-US" sz="3200" dirty="0">
                <a:solidFill>
                  <a:schemeClr val="bg1"/>
                </a:solidFill>
              </a:rPr>
              <a:t>The secret to successful change lies beyond the visible and busy activities that surround change. </a:t>
            </a:r>
            <a:br>
              <a:rPr lang="en-US" sz="3200" dirty="0">
                <a:solidFill>
                  <a:schemeClr val="bg1"/>
                </a:solidFill>
              </a:rPr>
            </a:br>
            <a:r>
              <a:rPr lang="en-US" sz="3200" dirty="0">
                <a:solidFill>
                  <a:schemeClr val="bg1"/>
                </a:solidFill>
              </a:rPr>
              <a:t>Successful change, at its core, is rooted in something much simpler: how to facilitate change with </a:t>
            </a:r>
            <a:r>
              <a:rPr lang="en-US" sz="3200" b="1" dirty="0">
                <a:solidFill>
                  <a:schemeClr val="bg1"/>
                </a:solidFill>
              </a:rPr>
              <a:t>one </a:t>
            </a:r>
            <a:r>
              <a:rPr lang="en-US" sz="3200" dirty="0">
                <a:solidFill>
                  <a:schemeClr val="bg1"/>
                </a:solidFill>
              </a:rPr>
              <a:t>person.”</a:t>
            </a:r>
            <a:endParaRPr lang="en-US" sz="2000" dirty="0">
              <a:solidFill>
                <a:schemeClr val="bg1"/>
              </a:solidFill>
            </a:endParaRPr>
          </a:p>
        </p:txBody>
      </p:sp>
      <p:sp>
        <p:nvSpPr>
          <p:cNvPr id="10" name="TextBox 9">
            <a:extLst>
              <a:ext uri="{FF2B5EF4-FFF2-40B4-BE49-F238E27FC236}">
                <a16:creationId xmlns:a16="http://schemas.microsoft.com/office/drawing/2014/main" id="{DE5A6830-969C-468C-9094-DC3C7C191F27}"/>
              </a:ext>
            </a:extLst>
          </p:cNvPr>
          <p:cNvSpPr txBox="1"/>
          <p:nvPr/>
        </p:nvSpPr>
        <p:spPr>
          <a:xfrm>
            <a:off x="609600" y="2573390"/>
            <a:ext cx="3810000" cy="1477328"/>
          </a:xfrm>
          <a:prstGeom prst="rect">
            <a:avLst/>
          </a:prstGeom>
          <a:noFill/>
        </p:spPr>
        <p:txBody>
          <a:bodyPr wrap="square" rtlCol="0">
            <a:spAutoFit/>
          </a:bodyPr>
          <a:lstStyle/>
          <a:p>
            <a:pPr marL="115888"/>
            <a:r>
              <a:rPr lang="en-US" sz="2800" i="1" dirty="0">
                <a:solidFill>
                  <a:schemeClr val="bg1"/>
                </a:solidFill>
              </a:rPr>
              <a:t>Jeff Hiatt</a:t>
            </a:r>
          </a:p>
          <a:p>
            <a:pPr marL="115888"/>
            <a:endParaRPr lang="en-US" sz="1100" i="1" dirty="0">
              <a:solidFill>
                <a:schemeClr val="bg1"/>
              </a:solidFill>
            </a:endParaRPr>
          </a:p>
          <a:p>
            <a:pPr marL="115888"/>
            <a:r>
              <a:rPr lang="en-US" sz="2400" i="1" dirty="0">
                <a:solidFill>
                  <a:schemeClr val="bg1"/>
                </a:solidFill>
              </a:rPr>
              <a:t>Prosci founder</a:t>
            </a:r>
          </a:p>
          <a:p>
            <a:pPr marL="115888"/>
            <a:r>
              <a:rPr lang="en-US" sz="2400" i="1" dirty="0">
                <a:solidFill>
                  <a:schemeClr val="bg1"/>
                </a:solidFill>
              </a:rPr>
              <a:t>Creator of ADKAR</a:t>
            </a:r>
          </a:p>
        </p:txBody>
      </p:sp>
      <p:sp>
        <p:nvSpPr>
          <p:cNvPr id="11" name="TextBox 10">
            <a:extLst>
              <a:ext uri="{FF2B5EF4-FFF2-40B4-BE49-F238E27FC236}">
                <a16:creationId xmlns:a16="http://schemas.microsoft.com/office/drawing/2014/main" id="{DBA11014-387B-4CAC-85F0-0FC762C2BB32}"/>
              </a:ext>
              <a:ext uri="{C183D7F6-B498-43B3-948B-1728B52AA6E4}">
                <adec:decorative xmlns:adec="http://schemas.microsoft.com/office/drawing/2017/decorative" val="1"/>
              </a:ext>
            </a:extLst>
          </p:cNvPr>
          <p:cNvSpPr txBox="1"/>
          <p:nvPr/>
        </p:nvSpPr>
        <p:spPr>
          <a:xfrm>
            <a:off x="304800" y="301050"/>
            <a:ext cx="809625" cy="584775"/>
          </a:xfrm>
          <a:prstGeom prst="rect">
            <a:avLst/>
          </a:prstGeom>
          <a:noFill/>
        </p:spPr>
        <p:txBody>
          <a:bodyPr wrap="square" rtlCol="0">
            <a:spAutoFit/>
          </a:bodyPr>
          <a:lstStyle/>
          <a:p>
            <a:pPr marL="115888"/>
            <a:r>
              <a:rPr lang="en-US" sz="3200" dirty="0">
                <a:solidFill>
                  <a:schemeClr val="bg1"/>
                </a:solidFill>
              </a:rPr>
              <a:t>“</a:t>
            </a:r>
            <a:endParaRPr lang="en-US" sz="2000" dirty="0">
              <a:solidFill>
                <a:schemeClr val="bg1"/>
              </a:solidFill>
            </a:endParaRPr>
          </a:p>
        </p:txBody>
      </p:sp>
      <p:cxnSp>
        <p:nvCxnSpPr>
          <p:cNvPr id="12" name="Straight Connector 11">
            <a:extLst>
              <a:ext uri="{FF2B5EF4-FFF2-40B4-BE49-F238E27FC236}">
                <a16:creationId xmlns:a16="http://schemas.microsoft.com/office/drawing/2014/main" id="{D680F800-5B02-4F5D-B95B-B6A462A1DE6A}"/>
              </a:ext>
              <a:ext uri="{C183D7F6-B498-43B3-948B-1728B52AA6E4}">
                <adec:decorative xmlns:adec="http://schemas.microsoft.com/office/drawing/2017/decorative" val="1"/>
              </a:ext>
            </a:extLst>
          </p:cNvPr>
          <p:cNvCxnSpPr/>
          <p:nvPr/>
        </p:nvCxnSpPr>
        <p:spPr>
          <a:xfrm>
            <a:off x="409575" y="487893"/>
            <a:ext cx="0" cy="347472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EEE820E7-90D7-A240-B4D3-DCA1353551B3}"/>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0323576" y="6512640"/>
            <a:ext cx="794925" cy="244192"/>
          </a:xfrm>
          <a:prstGeom prst="rect">
            <a:avLst/>
          </a:prstGeom>
        </p:spPr>
      </p:pic>
      <p:cxnSp>
        <p:nvCxnSpPr>
          <p:cNvPr id="15" name="Straight Connector 14">
            <a:extLst>
              <a:ext uri="{FF2B5EF4-FFF2-40B4-BE49-F238E27FC236}">
                <a16:creationId xmlns:a16="http://schemas.microsoft.com/office/drawing/2014/main" id="{47988A75-4A6C-6841-99C1-3FC4CAC24EC8}"/>
              </a:ext>
              <a:ext uri="{C183D7F6-B498-43B3-948B-1728B52AA6E4}">
                <adec:decorative xmlns:adec="http://schemas.microsoft.com/office/drawing/2017/decorative" val="1"/>
              </a:ext>
            </a:extLst>
          </p:cNvPr>
          <p:cNvCxnSpPr/>
          <p:nvPr/>
        </p:nvCxnSpPr>
        <p:spPr>
          <a:xfrm>
            <a:off x="11366416" y="6487674"/>
            <a:ext cx="0" cy="29412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C53485E5-FBEF-0245-ADE7-81BFF0AC25CE}"/>
              </a:ext>
              <a:ext uri="{C183D7F6-B498-43B3-948B-1728B52AA6E4}">
                <adec:decorative xmlns:adec="http://schemas.microsoft.com/office/drawing/2017/decorative" val="1"/>
              </a:ext>
            </a:extLst>
          </p:cNvPr>
          <p:cNvSpPr txBox="1"/>
          <p:nvPr/>
        </p:nvSpPr>
        <p:spPr>
          <a:xfrm>
            <a:off x="11349037" y="6545395"/>
            <a:ext cx="550599" cy="188208"/>
          </a:xfrm>
          <a:prstGeom prst="rect">
            <a:avLst/>
          </a:prstGeom>
          <a:noFill/>
        </p:spPr>
        <p:txBody>
          <a:bodyPr wrap="square" lIns="0" tIns="0" rIns="0" bIns="0" rtlCol="0" anchor="ctr" anchorCtr="0">
            <a:no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A21607A-54C6-4AA9-9888-5B5B34E8AA34}" type="slidenum">
              <a:rPr kumimoji="0" lang="en-US" sz="1100" b="0" i="0" u="none" strike="noStrike" kern="1200" cap="none" spc="0" normalizeH="0" baseline="0" noProof="0" smtClean="0">
                <a:ln>
                  <a:noFill/>
                </a:ln>
                <a:solidFill>
                  <a:srgbClr val="FFFFFF"/>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1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C7FB45A7-304E-0145-B7AF-745967230B92}"/>
              </a:ext>
              <a:ext uri="{C183D7F6-B498-43B3-948B-1728B52AA6E4}">
                <adec:decorative xmlns:adec="http://schemas.microsoft.com/office/drawing/2017/decorative" val="1"/>
              </a:ext>
            </a:extLst>
          </p:cNvPr>
          <p:cNvSpPr/>
          <p:nvPr/>
        </p:nvSpPr>
        <p:spPr>
          <a:xfrm>
            <a:off x="317416" y="6534944"/>
            <a:ext cx="8946776" cy="1977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latin typeface="Calibri"/>
                <a:ea typeface="+mn-ea"/>
                <a:cs typeface="+mn-cs"/>
              </a:rPr>
              <a:t>© Prosci. All Rights Reserved.</a:t>
            </a:r>
          </a:p>
        </p:txBody>
      </p:sp>
    </p:spTree>
    <p:extLst>
      <p:ext uri="{BB962C8B-B14F-4D97-AF65-F5344CB8AC3E}">
        <p14:creationId xmlns:p14="http://schemas.microsoft.com/office/powerpoint/2010/main" val="12848188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Title 1">
            <a:extLst>
              <a:ext uri="{FF2B5EF4-FFF2-40B4-BE49-F238E27FC236}">
                <a16:creationId xmlns:a16="http://schemas.microsoft.com/office/drawing/2014/main" id="{36B14A20-D5E1-439F-81B1-F237E78CE64C}"/>
              </a:ext>
            </a:extLst>
          </p:cNvPr>
          <p:cNvSpPr>
            <a:spLocks noGrp="1" noChangeArrowheads="1"/>
          </p:cNvSpPr>
          <p:nvPr>
            <p:ph type="title" idx="4294967295"/>
          </p:nvPr>
        </p:nvSpPr>
        <p:spPr>
          <a:xfrm>
            <a:off x="0" y="122238"/>
            <a:ext cx="11582400" cy="823912"/>
          </a:xfrm>
        </p:spPr>
        <p:txBody>
          <a:bodyPr/>
          <a:lstStyle/>
          <a:p>
            <a:r>
              <a:rPr altLang="en-US" dirty="0"/>
              <a:t>Prosci® ADKAR® Model</a:t>
            </a:r>
          </a:p>
        </p:txBody>
      </p:sp>
      <p:sp>
        <p:nvSpPr>
          <p:cNvPr id="147462" name="Rectangle 59">
            <a:extLst>
              <a:ext uri="{FF2B5EF4-FFF2-40B4-BE49-F238E27FC236}">
                <a16:creationId xmlns:a16="http://schemas.microsoft.com/office/drawing/2014/main" id="{DF0734CF-A1C4-4DAB-968E-C3B682167833}"/>
              </a:ext>
            </a:extLst>
          </p:cNvPr>
          <p:cNvSpPr>
            <a:spLocks noChangeArrowheads="1"/>
          </p:cNvSpPr>
          <p:nvPr/>
        </p:nvSpPr>
        <p:spPr bwMode="auto">
          <a:xfrm>
            <a:off x="4498507" y="4178354"/>
            <a:ext cx="319498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eaLnBrk="1" hangingPunct="1"/>
            <a:r>
              <a:rPr lang="en-US" altLang="en-US" dirty="0"/>
              <a:t>The ADKAR Model was developed by Prosci after studying the change patterns </a:t>
            </a:r>
            <a:br>
              <a:rPr lang="en-US" altLang="en-US" dirty="0"/>
            </a:br>
            <a:r>
              <a:rPr lang="en-US" altLang="en-US" dirty="0"/>
              <a:t>of more than 700 organizations. </a:t>
            </a:r>
          </a:p>
        </p:txBody>
      </p:sp>
      <p:sp>
        <p:nvSpPr>
          <p:cNvPr id="147474" name="Rectangle 62">
            <a:extLst>
              <a:ext uri="{FF2B5EF4-FFF2-40B4-BE49-F238E27FC236}">
                <a16:creationId xmlns:a16="http://schemas.microsoft.com/office/drawing/2014/main" id="{E32BF596-73BD-4DDC-9CCF-2322D34C8FF7}"/>
              </a:ext>
            </a:extLst>
          </p:cNvPr>
          <p:cNvSpPr>
            <a:spLocks noChangeArrowheads="1"/>
          </p:cNvSpPr>
          <p:nvPr/>
        </p:nvSpPr>
        <p:spPr bwMode="auto">
          <a:xfrm>
            <a:off x="4074161" y="3429000"/>
            <a:ext cx="404367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eaLnBrk="1" hangingPunct="1"/>
            <a:r>
              <a:rPr lang="en-US" altLang="en-US" sz="2400" b="1" dirty="0">
                <a:solidFill>
                  <a:schemeClr val="accent1"/>
                </a:solidFill>
              </a:rPr>
              <a:t>Change </a:t>
            </a:r>
          </a:p>
          <a:p>
            <a:pPr algn="ctr" eaLnBrk="1" hangingPunct="1"/>
            <a:r>
              <a:rPr lang="en-US" altLang="en-US" sz="2400" b="1" dirty="0">
                <a:solidFill>
                  <a:schemeClr val="accent1"/>
                </a:solidFill>
              </a:rPr>
              <a:t>Patterns</a:t>
            </a:r>
          </a:p>
        </p:txBody>
      </p:sp>
      <p:sp>
        <p:nvSpPr>
          <p:cNvPr id="147464" name="Rectangle 64">
            <a:extLst>
              <a:ext uri="{FF2B5EF4-FFF2-40B4-BE49-F238E27FC236}">
                <a16:creationId xmlns:a16="http://schemas.microsoft.com/office/drawing/2014/main" id="{7C314A72-A201-4D68-A12D-821AA8C972E9}"/>
              </a:ext>
            </a:extLst>
          </p:cNvPr>
          <p:cNvSpPr>
            <a:spLocks noChangeArrowheads="1"/>
          </p:cNvSpPr>
          <p:nvPr/>
        </p:nvSpPr>
        <p:spPr bwMode="auto">
          <a:xfrm>
            <a:off x="307182" y="4178354"/>
            <a:ext cx="3490279"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eaLnBrk="1" hangingPunct="1"/>
            <a:r>
              <a:rPr lang="en-US" altLang="en-US" dirty="0"/>
              <a:t>The ADKAR Model represents the </a:t>
            </a:r>
            <a:br>
              <a:rPr lang="en-US" altLang="en-US" dirty="0"/>
            </a:br>
            <a:r>
              <a:rPr lang="en-US" altLang="en-US" dirty="0"/>
              <a:t>five elements of change that </a:t>
            </a:r>
            <a:br>
              <a:rPr lang="en-US" altLang="en-US" dirty="0"/>
            </a:br>
            <a:r>
              <a:rPr lang="en-US" altLang="en-US" dirty="0"/>
              <a:t>must be achieved for the </a:t>
            </a:r>
            <a:br>
              <a:rPr lang="en-US" altLang="en-US" dirty="0"/>
            </a:br>
            <a:r>
              <a:rPr lang="en-US" altLang="en-US" dirty="0"/>
              <a:t>change to be a success.</a:t>
            </a:r>
          </a:p>
        </p:txBody>
      </p:sp>
      <p:sp>
        <p:nvSpPr>
          <p:cNvPr id="147471" name="Rectangle 67">
            <a:extLst>
              <a:ext uri="{FF2B5EF4-FFF2-40B4-BE49-F238E27FC236}">
                <a16:creationId xmlns:a16="http://schemas.microsoft.com/office/drawing/2014/main" id="{AD33EA6D-DB59-4AC2-81C4-6AADDEC452BF}"/>
              </a:ext>
            </a:extLst>
          </p:cNvPr>
          <p:cNvSpPr>
            <a:spLocks noChangeArrowheads="1"/>
          </p:cNvSpPr>
          <p:nvPr/>
        </p:nvSpPr>
        <p:spPr bwMode="auto">
          <a:xfrm>
            <a:off x="30482" y="3429000"/>
            <a:ext cx="4043679"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eaLnBrk="1" hangingPunct="1"/>
            <a:r>
              <a:rPr lang="en-US" altLang="en-US" sz="2400" b="1" dirty="0">
                <a:solidFill>
                  <a:schemeClr val="accent1"/>
                </a:solidFill>
              </a:rPr>
              <a:t>5 Elements of </a:t>
            </a:r>
            <a:br>
              <a:rPr lang="en-US" altLang="en-US" sz="2400" b="1" dirty="0">
                <a:solidFill>
                  <a:schemeClr val="accent1"/>
                </a:solidFill>
              </a:rPr>
            </a:br>
            <a:r>
              <a:rPr lang="en-US" altLang="en-US" sz="2400" b="1" dirty="0">
                <a:solidFill>
                  <a:schemeClr val="accent1"/>
                </a:solidFill>
              </a:rPr>
              <a:t>Successful Change</a:t>
            </a:r>
          </a:p>
        </p:txBody>
      </p:sp>
      <p:sp>
        <p:nvSpPr>
          <p:cNvPr id="147461" name="Rectangle 46">
            <a:extLst>
              <a:ext uri="{FF2B5EF4-FFF2-40B4-BE49-F238E27FC236}">
                <a16:creationId xmlns:a16="http://schemas.microsoft.com/office/drawing/2014/main" id="{A2D66A70-0849-4133-89C4-0C76C61AB0E0}"/>
              </a:ext>
            </a:extLst>
          </p:cNvPr>
          <p:cNvSpPr>
            <a:spLocks noChangeArrowheads="1"/>
          </p:cNvSpPr>
          <p:nvPr/>
        </p:nvSpPr>
        <p:spPr bwMode="auto">
          <a:xfrm>
            <a:off x="8478573" y="4178354"/>
            <a:ext cx="3490278"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eaLnBrk="1" hangingPunct="1"/>
            <a:r>
              <a:rPr lang="en-US" altLang="en-US" dirty="0"/>
              <a:t>The ADKAR Model is an effective tool for enabling change at an individual level and guides activities at an organizational level.</a:t>
            </a:r>
          </a:p>
        </p:txBody>
      </p:sp>
      <p:sp>
        <p:nvSpPr>
          <p:cNvPr id="147468" name="Rectangle 49">
            <a:extLst>
              <a:ext uri="{FF2B5EF4-FFF2-40B4-BE49-F238E27FC236}">
                <a16:creationId xmlns:a16="http://schemas.microsoft.com/office/drawing/2014/main" id="{829B6974-E9E9-4546-B43D-9F37987DCFDA}"/>
              </a:ext>
            </a:extLst>
          </p:cNvPr>
          <p:cNvSpPr>
            <a:spLocks noChangeArrowheads="1"/>
          </p:cNvSpPr>
          <p:nvPr/>
        </p:nvSpPr>
        <p:spPr bwMode="auto">
          <a:xfrm>
            <a:off x="8138158" y="3429000"/>
            <a:ext cx="402336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eaLnBrk="1" hangingPunct="1"/>
            <a:r>
              <a:rPr lang="en-US" altLang="en-US" sz="2400" b="1" dirty="0">
                <a:solidFill>
                  <a:schemeClr val="accent1"/>
                </a:solidFill>
              </a:rPr>
              <a:t>Individual and</a:t>
            </a:r>
            <a:br>
              <a:rPr lang="en-US" altLang="en-US" sz="2400" b="1" dirty="0">
                <a:solidFill>
                  <a:schemeClr val="accent1"/>
                </a:solidFill>
              </a:rPr>
            </a:br>
            <a:r>
              <a:rPr lang="en-US" altLang="en-US" sz="2400" b="1" dirty="0">
                <a:solidFill>
                  <a:schemeClr val="accent1"/>
                </a:solidFill>
              </a:rPr>
              <a:t>Organizational Levels</a:t>
            </a:r>
          </a:p>
        </p:txBody>
      </p:sp>
      <p:pic>
        <p:nvPicPr>
          <p:cNvPr id="20" name="Picture 1">
            <a:extLst>
              <a:ext uri="{FF2B5EF4-FFF2-40B4-BE49-F238E27FC236}">
                <a16:creationId xmlns:a16="http://schemas.microsoft.com/office/drawing/2014/main" id="{4B1DD937-9DCA-4564-8E4B-35D3418C7A05}"/>
              </a:ext>
            </a:extLst>
          </p:cNvPr>
          <p:cNvPicPr>
            <a:picLocks noChangeAspect="1"/>
          </p:cNvPicPr>
          <p:nvPr/>
        </p:nvPicPr>
        <p:blipFill rotWithShape="1">
          <a:blip r:embed="rId3">
            <a:extLst>
              <a:ext uri="{28A0092B-C50C-407E-A947-70E740481C1C}">
                <a14:useLocalDpi xmlns:a14="http://schemas.microsoft.com/office/drawing/2010/main" val="0"/>
              </a:ext>
            </a:extLst>
          </a:blip>
          <a:srcRect l="-83" t="32912" r="422" b="31839"/>
          <a:stretch/>
        </p:blipFill>
        <p:spPr bwMode="auto">
          <a:xfrm>
            <a:off x="-10076" y="-4406"/>
            <a:ext cx="12202076" cy="287837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C935B1D7-5B60-4EDB-B721-DB3ADBEF7698}"/>
              </a:ext>
            </a:extLst>
          </p:cNvPr>
          <p:cNvSpPr>
            <a:spLocks noGrp="1"/>
          </p:cNvSpPr>
          <p:nvPr>
            <p:ph type="ctrTitle"/>
          </p:nvPr>
        </p:nvSpPr>
        <p:spPr/>
        <p:txBody>
          <a:bodyPr/>
          <a:lstStyle/>
          <a:p>
            <a:r>
              <a:rPr lang="en-US" dirty="0"/>
              <a:t>The 5 Elements of Successful Change</a:t>
            </a:r>
          </a:p>
        </p:txBody>
      </p:sp>
      <p:sp>
        <p:nvSpPr>
          <p:cNvPr id="14" name="TextBox 13">
            <a:extLst>
              <a:ext uri="{FF2B5EF4-FFF2-40B4-BE49-F238E27FC236}">
                <a16:creationId xmlns:a16="http://schemas.microsoft.com/office/drawing/2014/main" id="{8C5FF6D1-1618-4690-B301-553ADE74DDFD}"/>
              </a:ext>
            </a:extLst>
          </p:cNvPr>
          <p:cNvSpPr txBox="1"/>
          <p:nvPr/>
        </p:nvSpPr>
        <p:spPr>
          <a:xfrm>
            <a:off x="1057653" y="1461104"/>
            <a:ext cx="2332177" cy="4031873"/>
          </a:xfrm>
          <a:prstGeom prst="rect">
            <a:avLst/>
          </a:prstGeom>
          <a:noFill/>
        </p:spPr>
        <p:txBody>
          <a:bodyPr wrap="none" rtlCol="0">
            <a:spAutoFit/>
          </a:bodyPr>
          <a:lstStyle/>
          <a:p>
            <a:r>
              <a:rPr lang="en-US" sz="3200" b="1" dirty="0">
                <a:solidFill>
                  <a:schemeClr val="bg1"/>
                </a:solidFill>
              </a:rPr>
              <a:t>Awareness</a:t>
            </a:r>
          </a:p>
          <a:p>
            <a:endParaRPr lang="en-US" sz="2800" dirty="0">
              <a:solidFill>
                <a:schemeClr val="bg1"/>
              </a:solidFill>
            </a:endParaRPr>
          </a:p>
          <a:p>
            <a:r>
              <a:rPr lang="en-US" sz="2800" dirty="0">
                <a:solidFill>
                  <a:schemeClr val="bg1"/>
                </a:solidFill>
              </a:rPr>
              <a:t>Desire</a:t>
            </a:r>
          </a:p>
          <a:p>
            <a:endParaRPr lang="en-US" sz="2800" dirty="0">
              <a:solidFill>
                <a:schemeClr val="bg1"/>
              </a:solidFill>
            </a:endParaRPr>
          </a:p>
          <a:p>
            <a:r>
              <a:rPr lang="en-US" sz="2800" dirty="0">
                <a:solidFill>
                  <a:schemeClr val="bg1"/>
                </a:solidFill>
              </a:rPr>
              <a:t>Knowledge</a:t>
            </a:r>
          </a:p>
          <a:p>
            <a:endParaRPr lang="en-US" sz="2800" dirty="0">
              <a:solidFill>
                <a:schemeClr val="bg1"/>
              </a:solidFill>
            </a:endParaRPr>
          </a:p>
          <a:p>
            <a:r>
              <a:rPr lang="en-US" sz="2800" dirty="0">
                <a:solidFill>
                  <a:schemeClr val="bg1"/>
                </a:solidFill>
              </a:rPr>
              <a:t>Ability</a:t>
            </a:r>
          </a:p>
          <a:p>
            <a:endParaRPr lang="en-US" sz="2800" dirty="0">
              <a:solidFill>
                <a:schemeClr val="bg1"/>
              </a:solidFill>
            </a:endParaRPr>
          </a:p>
          <a:p>
            <a:r>
              <a:rPr lang="en-US" sz="2800" dirty="0">
                <a:solidFill>
                  <a:schemeClr val="bg1"/>
                </a:solidFill>
              </a:rPr>
              <a:t>Reinforcement</a:t>
            </a:r>
          </a:p>
        </p:txBody>
      </p:sp>
      <p:sp>
        <p:nvSpPr>
          <p:cNvPr id="6" name="TextBox 5">
            <a:extLst>
              <a:ext uri="{FF2B5EF4-FFF2-40B4-BE49-F238E27FC236}">
                <a16:creationId xmlns:a16="http://schemas.microsoft.com/office/drawing/2014/main" id="{A5616D52-7CBF-4C98-8745-CCA0DD33767F}"/>
              </a:ext>
            </a:extLst>
          </p:cNvPr>
          <p:cNvSpPr txBox="1"/>
          <p:nvPr/>
        </p:nvSpPr>
        <p:spPr>
          <a:xfrm>
            <a:off x="5262283" y="1084691"/>
            <a:ext cx="5736055" cy="461665"/>
          </a:xfrm>
          <a:prstGeom prst="rect">
            <a:avLst/>
          </a:prstGeom>
          <a:noFill/>
        </p:spPr>
        <p:txBody>
          <a:bodyPr wrap="square" rtlCol="0">
            <a:spAutoFit/>
          </a:bodyPr>
          <a:lstStyle/>
          <a:p>
            <a:pPr algn="ctr"/>
            <a:r>
              <a:rPr lang="en-US" sz="2400" b="1" dirty="0">
                <a:solidFill>
                  <a:schemeClr val="accent1"/>
                </a:solidFill>
              </a:rPr>
              <a:t>Change begins with understanding why</a:t>
            </a:r>
          </a:p>
        </p:txBody>
      </p:sp>
      <p:pic>
        <p:nvPicPr>
          <p:cNvPr id="4" name="Picture 3" descr="A hand holding a block with the letter A written on it.">
            <a:extLst>
              <a:ext uri="{FF2B5EF4-FFF2-40B4-BE49-F238E27FC236}">
                <a16:creationId xmlns:a16="http://schemas.microsoft.com/office/drawing/2014/main" id="{116BAA74-06AF-4943-9B29-44A036E4639A}"/>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4055374" y="1678767"/>
            <a:ext cx="8136626" cy="2236060"/>
          </a:xfrm>
          <a:prstGeom prst="rect">
            <a:avLst/>
          </a:prstGeom>
        </p:spPr>
      </p:pic>
      <p:cxnSp>
        <p:nvCxnSpPr>
          <p:cNvPr id="7" name="Straight Connector 6">
            <a:extLst>
              <a:ext uri="{FF2B5EF4-FFF2-40B4-BE49-F238E27FC236}">
                <a16:creationId xmlns:a16="http://schemas.microsoft.com/office/drawing/2014/main" id="{3E84591D-8F3B-4022-8F41-D4E0CAAFEDBB}"/>
              </a:ext>
              <a:ext uri="{C183D7F6-B498-43B3-948B-1728B52AA6E4}">
                <adec:decorative xmlns:adec="http://schemas.microsoft.com/office/drawing/2017/decorative" val="1"/>
              </a:ext>
            </a:extLst>
          </p:cNvPr>
          <p:cNvCxnSpPr>
            <a:cxnSpLocks/>
          </p:cNvCxnSpPr>
          <p:nvPr/>
        </p:nvCxnSpPr>
        <p:spPr>
          <a:xfrm flipV="1">
            <a:off x="6723346" y="3914827"/>
            <a:ext cx="0" cy="2202414"/>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9FEE04CA-394B-4891-B4CB-00D2A5E5C6CE}"/>
              </a:ext>
              <a:ext uri="{C183D7F6-B498-43B3-948B-1728B52AA6E4}">
                <adec:decorative xmlns:adec="http://schemas.microsoft.com/office/drawing/2017/decorative" val="1"/>
              </a:ext>
            </a:extLst>
          </p:cNvPr>
          <p:cNvSpPr/>
          <p:nvPr/>
        </p:nvSpPr>
        <p:spPr>
          <a:xfrm>
            <a:off x="4055372" y="3429000"/>
            <a:ext cx="8136627" cy="499191"/>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3" name="TextBox 12">
            <a:extLst>
              <a:ext uri="{FF2B5EF4-FFF2-40B4-BE49-F238E27FC236}">
                <a16:creationId xmlns:a16="http://schemas.microsoft.com/office/drawing/2014/main" id="{2452B2E0-D5EC-42BB-BFCE-E5C072F437B9}"/>
              </a:ext>
            </a:extLst>
          </p:cNvPr>
          <p:cNvSpPr txBox="1"/>
          <p:nvPr/>
        </p:nvSpPr>
        <p:spPr>
          <a:xfrm>
            <a:off x="7103709" y="3478538"/>
            <a:ext cx="2053201" cy="400110"/>
          </a:xfrm>
          <a:prstGeom prst="rect">
            <a:avLst/>
          </a:prstGeom>
          <a:noFill/>
        </p:spPr>
        <p:txBody>
          <a:bodyPr wrap="square" rtlCol="0" anchor="ctr">
            <a:spAutoFit/>
          </a:bodyPr>
          <a:lstStyle/>
          <a:p>
            <a:pPr algn="ctr"/>
            <a:r>
              <a:rPr lang="en-US" sz="2000" b="1" dirty="0">
                <a:solidFill>
                  <a:schemeClr val="bg1"/>
                </a:solidFill>
              </a:rPr>
              <a:t>Awareness</a:t>
            </a:r>
          </a:p>
        </p:txBody>
      </p:sp>
      <p:cxnSp>
        <p:nvCxnSpPr>
          <p:cNvPr id="8" name="Straight Connector 7">
            <a:extLst>
              <a:ext uri="{FF2B5EF4-FFF2-40B4-BE49-F238E27FC236}">
                <a16:creationId xmlns:a16="http://schemas.microsoft.com/office/drawing/2014/main" id="{45E59406-81A3-470A-9675-FD2EE8E7940F}"/>
              </a:ext>
              <a:ext uri="{C183D7F6-B498-43B3-948B-1728B52AA6E4}">
                <adec:decorative xmlns:adec="http://schemas.microsoft.com/office/drawing/2017/decorative" val="1"/>
              </a:ext>
            </a:extLst>
          </p:cNvPr>
          <p:cNvCxnSpPr>
            <a:cxnSpLocks/>
          </p:cNvCxnSpPr>
          <p:nvPr/>
        </p:nvCxnSpPr>
        <p:spPr>
          <a:xfrm flipV="1">
            <a:off x="9362295" y="3928191"/>
            <a:ext cx="0" cy="223064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03E3C81A-BC1F-4E8F-949F-8D0DD0012F86}"/>
              </a:ext>
            </a:extLst>
          </p:cNvPr>
          <p:cNvSpPr/>
          <p:nvPr/>
        </p:nvSpPr>
        <p:spPr>
          <a:xfrm>
            <a:off x="3874393" y="4936070"/>
            <a:ext cx="2781299" cy="646331"/>
          </a:xfrm>
          <a:prstGeom prst="rect">
            <a:avLst/>
          </a:prstGeom>
        </p:spPr>
        <p:txBody>
          <a:bodyPr wrap="square">
            <a:spAutoFit/>
          </a:bodyPr>
          <a:lstStyle/>
          <a:p>
            <a:pPr algn="ctr"/>
            <a:r>
              <a:rPr lang="en-US" dirty="0"/>
              <a:t>What is the </a:t>
            </a:r>
            <a:r>
              <a:rPr lang="en-US" b="1" dirty="0">
                <a:solidFill>
                  <a:schemeClr val="accent1"/>
                </a:solidFill>
              </a:rPr>
              <a:t>nature </a:t>
            </a:r>
            <a:br>
              <a:rPr lang="en-US" b="1" dirty="0">
                <a:solidFill>
                  <a:schemeClr val="accent1"/>
                </a:solidFill>
              </a:rPr>
            </a:br>
            <a:r>
              <a:rPr lang="en-US" dirty="0"/>
              <a:t>of the change?</a:t>
            </a:r>
          </a:p>
        </p:txBody>
      </p:sp>
      <p:sp>
        <p:nvSpPr>
          <p:cNvPr id="10" name="Rectangle 9">
            <a:extLst>
              <a:ext uri="{FF2B5EF4-FFF2-40B4-BE49-F238E27FC236}">
                <a16:creationId xmlns:a16="http://schemas.microsoft.com/office/drawing/2014/main" id="{EDBA353A-DD29-40E5-937F-F3FCD9E6E83E}"/>
              </a:ext>
            </a:extLst>
          </p:cNvPr>
          <p:cNvSpPr/>
          <p:nvPr/>
        </p:nvSpPr>
        <p:spPr>
          <a:xfrm>
            <a:off x="6723346" y="4922706"/>
            <a:ext cx="2781299" cy="646331"/>
          </a:xfrm>
          <a:prstGeom prst="rect">
            <a:avLst/>
          </a:prstGeom>
        </p:spPr>
        <p:txBody>
          <a:bodyPr wrap="square">
            <a:spAutoFit/>
          </a:bodyPr>
          <a:lstStyle/>
          <a:p>
            <a:pPr algn="ctr"/>
            <a:r>
              <a:rPr lang="en-US" dirty="0"/>
              <a:t>Why is the </a:t>
            </a:r>
            <a:br>
              <a:rPr lang="en-US" dirty="0"/>
            </a:br>
            <a:r>
              <a:rPr lang="en-US" dirty="0"/>
              <a:t>change </a:t>
            </a:r>
            <a:r>
              <a:rPr lang="en-US" b="1" dirty="0">
                <a:solidFill>
                  <a:schemeClr val="accent1"/>
                </a:solidFill>
              </a:rPr>
              <a:t>needed</a:t>
            </a:r>
            <a:r>
              <a:rPr lang="en-US" dirty="0"/>
              <a:t>?</a:t>
            </a:r>
          </a:p>
        </p:txBody>
      </p:sp>
      <p:sp>
        <p:nvSpPr>
          <p:cNvPr id="11" name="Rectangle 10">
            <a:extLst>
              <a:ext uri="{FF2B5EF4-FFF2-40B4-BE49-F238E27FC236}">
                <a16:creationId xmlns:a16="http://schemas.microsoft.com/office/drawing/2014/main" id="{991D6F07-43C0-4C4E-9606-7D8F4611A8C3}"/>
              </a:ext>
            </a:extLst>
          </p:cNvPr>
          <p:cNvSpPr/>
          <p:nvPr/>
        </p:nvSpPr>
        <p:spPr>
          <a:xfrm>
            <a:off x="9362295" y="4936070"/>
            <a:ext cx="2781299" cy="646331"/>
          </a:xfrm>
          <a:prstGeom prst="rect">
            <a:avLst/>
          </a:prstGeom>
        </p:spPr>
        <p:txBody>
          <a:bodyPr wrap="square">
            <a:spAutoFit/>
          </a:bodyPr>
          <a:lstStyle/>
          <a:p>
            <a:pPr algn="ctr"/>
            <a:r>
              <a:rPr lang="en-US" dirty="0"/>
              <a:t>What is the </a:t>
            </a:r>
            <a:r>
              <a:rPr lang="en-US" b="1" dirty="0">
                <a:solidFill>
                  <a:schemeClr val="accent1"/>
                </a:solidFill>
              </a:rPr>
              <a:t>risk</a:t>
            </a:r>
            <a:r>
              <a:rPr lang="en-US" dirty="0"/>
              <a:t> of </a:t>
            </a:r>
            <a:br>
              <a:rPr lang="en-US" dirty="0"/>
            </a:br>
            <a:r>
              <a:rPr lang="en-US" dirty="0"/>
              <a:t>not changing?</a:t>
            </a:r>
          </a:p>
        </p:txBody>
      </p:sp>
    </p:spTree>
    <p:extLst>
      <p:ext uri="{BB962C8B-B14F-4D97-AF65-F5344CB8AC3E}">
        <p14:creationId xmlns:p14="http://schemas.microsoft.com/office/powerpoint/2010/main" val="32034747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412317B-1AB4-4BEA-8630-95FC9362DEE2}"/>
              </a:ext>
            </a:extLst>
          </p:cNvPr>
          <p:cNvSpPr>
            <a:spLocks noGrp="1"/>
          </p:cNvSpPr>
          <p:nvPr>
            <p:ph type="ctrTitle"/>
          </p:nvPr>
        </p:nvSpPr>
        <p:spPr/>
        <p:txBody>
          <a:bodyPr/>
          <a:lstStyle/>
          <a:p>
            <a:r>
              <a:rPr lang="en-US" dirty="0"/>
              <a:t>The 5 Elements of Successful Change</a:t>
            </a:r>
          </a:p>
        </p:txBody>
      </p:sp>
      <p:sp>
        <p:nvSpPr>
          <p:cNvPr id="14" name="TextBox 13">
            <a:extLst>
              <a:ext uri="{FF2B5EF4-FFF2-40B4-BE49-F238E27FC236}">
                <a16:creationId xmlns:a16="http://schemas.microsoft.com/office/drawing/2014/main" id="{8C5FF6D1-1618-4690-B301-553ADE74DDFD}"/>
              </a:ext>
            </a:extLst>
          </p:cNvPr>
          <p:cNvSpPr txBox="1"/>
          <p:nvPr/>
        </p:nvSpPr>
        <p:spPr>
          <a:xfrm>
            <a:off x="1057653" y="1461104"/>
            <a:ext cx="2332177" cy="4031873"/>
          </a:xfrm>
          <a:prstGeom prst="rect">
            <a:avLst/>
          </a:prstGeom>
          <a:noFill/>
        </p:spPr>
        <p:txBody>
          <a:bodyPr wrap="none" rtlCol="0">
            <a:spAutoFit/>
          </a:bodyPr>
          <a:lstStyle/>
          <a:p>
            <a:r>
              <a:rPr lang="en-US" sz="2800" dirty="0">
                <a:solidFill>
                  <a:schemeClr val="bg1"/>
                </a:solidFill>
              </a:rPr>
              <a:t>Awareness</a:t>
            </a:r>
          </a:p>
          <a:p>
            <a:endParaRPr lang="en-US" sz="2800" dirty="0">
              <a:solidFill>
                <a:schemeClr val="bg1"/>
              </a:solidFill>
            </a:endParaRPr>
          </a:p>
          <a:p>
            <a:r>
              <a:rPr lang="en-US" sz="3200" b="1" dirty="0">
                <a:solidFill>
                  <a:schemeClr val="bg1"/>
                </a:solidFill>
              </a:rPr>
              <a:t>Desire</a:t>
            </a:r>
          </a:p>
          <a:p>
            <a:endParaRPr lang="en-US" sz="2800" dirty="0">
              <a:solidFill>
                <a:schemeClr val="bg1"/>
              </a:solidFill>
            </a:endParaRPr>
          </a:p>
          <a:p>
            <a:r>
              <a:rPr lang="en-US" sz="2800" dirty="0">
                <a:solidFill>
                  <a:schemeClr val="bg1"/>
                </a:solidFill>
              </a:rPr>
              <a:t>Knowledge</a:t>
            </a:r>
          </a:p>
          <a:p>
            <a:endParaRPr lang="en-US" sz="2800" dirty="0">
              <a:solidFill>
                <a:schemeClr val="bg1"/>
              </a:solidFill>
            </a:endParaRPr>
          </a:p>
          <a:p>
            <a:r>
              <a:rPr lang="en-US" sz="2800" dirty="0">
                <a:solidFill>
                  <a:schemeClr val="bg1"/>
                </a:solidFill>
              </a:rPr>
              <a:t>Ability</a:t>
            </a:r>
          </a:p>
          <a:p>
            <a:endParaRPr lang="en-US" sz="2800" dirty="0">
              <a:solidFill>
                <a:schemeClr val="bg1"/>
              </a:solidFill>
            </a:endParaRPr>
          </a:p>
          <a:p>
            <a:r>
              <a:rPr lang="en-US" sz="2800" dirty="0">
                <a:solidFill>
                  <a:schemeClr val="bg1"/>
                </a:solidFill>
              </a:rPr>
              <a:t>Reinforcement</a:t>
            </a:r>
          </a:p>
        </p:txBody>
      </p:sp>
      <p:sp>
        <p:nvSpPr>
          <p:cNvPr id="6" name="TextBox 5">
            <a:extLst>
              <a:ext uri="{FF2B5EF4-FFF2-40B4-BE49-F238E27FC236}">
                <a16:creationId xmlns:a16="http://schemas.microsoft.com/office/drawing/2014/main" id="{A5616D52-7CBF-4C98-8745-CCA0DD33767F}"/>
              </a:ext>
            </a:extLst>
          </p:cNvPr>
          <p:cNvSpPr txBox="1"/>
          <p:nvPr/>
        </p:nvSpPr>
        <p:spPr>
          <a:xfrm>
            <a:off x="5262283" y="1084691"/>
            <a:ext cx="5736055" cy="461665"/>
          </a:xfrm>
          <a:prstGeom prst="rect">
            <a:avLst/>
          </a:prstGeom>
          <a:noFill/>
        </p:spPr>
        <p:txBody>
          <a:bodyPr wrap="square" rtlCol="0">
            <a:spAutoFit/>
          </a:bodyPr>
          <a:lstStyle/>
          <a:p>
            <a:pPr algn="ctr"/>
            <a:r>
              <a:rPr lang="en-US" sz="2400" b="1" dirty="0">
                <a:solidFill>
                  <a:schemeClr val="accent1"/>
                </a:solidFill>
              </a:rPr>
              <a:t>Change involves personal decisions</a:t>
            </a:r>
          </a:p>
        </p:txBody>
      </p:sp>
      <p:pic>
        <p:nvPicPr>
          <p:cNvPr id="17" name="Picture 16" descr="A hand holding a block with the letter D written on it.">
            <a:extLst>
              <a:ext uri="{FF2B5EF4-FFF2-40B4-BE49-F238E27FC236}">
                <a16:creationId xmlns:a16="http://schemas.microsoft.com/office/drawing/2014/main" id="{2C738FEE-96AC-4377-8F8F-F54E9164A5EB}"/>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4055374" y="1690633"/>
            <a:ext cx="8136626" cy="2236060"/>
          </a:xfrm>
          <a:prstGeom prst="rect">
            <a:avLst/>
          </a:prstGeom>
          <a:ln>
            <a:noFill/>
          </a:ln>
        </p:spPr>
      </p:pic>
      <p:sp>
        <p:nvSpPr>
          <p:cNvPr id="12" name="Rectangle 11">
            <a:extLst>
              <a:ext uri="{FF2B5EF4-FFF2-40B4-BE49-F238E27FC236}">
                <a16:creationId xmlns:a16="http://schemas.microsoft.com/office/drawing/2014/main" id="{9FEE04CA-394B-4891-B4CB-00D2A5E5C6CE}"/>
              </a:ext>
              <a:ext uri="{C183D7F6-B498-43B3-948B-1728B52AA6E4}">
                <adec:decorative xmlns:adec="http://schemas.microsoft.com/office/drawing/2017/decorative" val="1"/>
              </a:ext>
            </a:extLst>
          </p:cNvPr>
          <p:cNvSpPr/>
          <p:nvPr/>
        </p:nvSpPr>
        <p:spPr>
          <a:xfrm>
            <a:off x="4055374" y="3427502"/>
            <a:ext cx="8136627" cy="499191"/>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3" name="TextBox 12">
            <a:extLst>
              <a:ext uri="{FF2B5EF4-FFF2-40B4-BE49-F238E27FC236}">
                <a16:creationId xmlns:a16="http://schemas.microsoft.com/office/drawing/2014/main" id="{2452B2E0-D5EC-42BB-BFCE-E5C072F437B9}"/>
              </a:ext>
            </a:extLst>
          </p:cNvPr>
          <p:cNvSpPr txBox="1"/>
          <p:nvPr/>
        </p:nvSpPr>
        <p:spPr>
          <a:xfrm>
            <a:off x="7103709" y="3526583"/>
            <a:ext cx="2053201" cy="400110"/>
          </a:xfrm>
          <a:prstGeom prst="rect">
            <a:avLst/>
          </a:prstGeom>
          <a:noFill/>
        </p:spPr>
        <p:txBody>
          <a:bodyPr wrap="square" rtlCol="0" anchor="ctr">
            <a:spAutoFit/>
          </a:bodyPr>
          <a:lstStyle/>
          <a:p>
            <a:pPr algn="ctr"/>
            <a:r>
              <a:rPr lang="en-US" sz="2000" b="1" dirty="0">
                <a:solidFill>
                  <a:schemeClr val="bg1"/>
                </a:solidFill>
              </a:rPr>
              <a:t>Desire</a:t>
            </a:r>
          </a:p>
        </p:txBody>
      </p:sp>
      <p:cxnSp>
        <p:nvCxnSpPr>
          <p:cNvPr id="7" name="Straight Connector 6">
            <a:extLst>
              <a:ext uri="{FF2B5EF4-FFF2-40B4-BE49-F238E27FC236}">
                <a16:creationId xmlns:a16="http://schemas.microsoft.com/office/drawing/2014/main" id="{3E84591D-8F3B-4022-8F41-D4E0CAAFEDBB}"/>
              </a:ext>
              <a:ext uri="{C183D7F6-B498-43B3-948B-1728B52AA6E4}">
                <adec:decorative xmlns:adec="http://schemas.microsoft.com/office/drawing/2017/decorative" val="1"/>
              </a:ext>
            </a:extLst>
          </p:cNvPr>
          <p:cNvCxnSpPr>
            <a:cxnSpLocks/>
          </p:cNvCxnSpPr>
          <p:nvPr/>
        </p:nvCxnSpPr>
        <p:spPr>
          <a:xfrm flipV="1">
            <a:off x="6723346" y="3920565"/>
            <a:ext cx="0" cy="22382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5E59406-81A3-470A-9675-FD2EE8E7940F}"/>
              </a:ext>
              <a:ext uri="{C183D7F6-B498-43B3-948B-1728B52AA6E4}">
                <adec:decorative xmlns:adec="http://schemas.microsoft.com/office/drawing/2017/decorative" val="1"/>
              </a:ext>
            </a:extLst>
          </p:cNvPr>
          <p:cNvCxnSpPr>
            <a:cxnSpLocks/>
          </p:cNvCxnSpPr>
          <p:nvPr/>
        </p:nvCxnSpPr>
        <p:spPr>
          <a:xfrm flipV="1">
            <a:off x="9362295" y="3920565"/>
            <a:ext cx="0" cy="2238273"/>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03E3C81A-BC1F-4E8F-949F-8D0DD0012F86}"/>
              </a:ext>
            </a:extLst>
          </p:cNvPr>
          <p:cNvSpPr/>
          <p:nvPr/>
        </p:nvSpPr>
        <p:spPr>
          <a:xfrm>
            <a:off x="3874393" y="4936070"/>
            <a:ext cx="2781299" cy="646331"/>
          </a:xfrm>
          <a:prstGeom prst="rect">
            <a:avLst/>
          </a:prstGeom>
        </p:spPr>
        <p:txBody>
          <a:bodyPr wrap="square">
            <a:spAutoFit/>
          </a:bodyPr>
          <a:lstStyle/>
          <a:p>
            <a:pPr algn="ctr"/>
            <a:r>
              <a:rPr lang="en-US" dirty="0"/>
              <a:t>What’s in it for me </a:t>
            </a:r>
            <a:r>
              <a:rPr lang="en-US" b="1" dirty="0">
                <a:solidFill>
                  <a:schemeClr val="accent1"/>
                </a:solidFill>
              </a:rPr>
              <a:t>(WIIFM)</a:t>
            </a:r>
            <a:r>
              <a:rPr lang="en-US" dirty="0"/>
              <a:t>?</a:t>
            </a:r>
          </a:p>
        </p:txBody>
      </p:sp>
      <p:sp>
        <p:nvSpPr>
          <p:cNvPr id="10" name="Rectangle 9">
            <a:extLst>
              <a:ext uri="{FF2B5EF4-FFF2-40B4-BE49-F238E27FC236}">
                <a16:creationId xmlns:a16="http://schemas.microsoft.com/office/drawing/2014/main" id="{EDBA353A-DD29-40E5-937F-F3FCD9E6E83E}"/>
              </a:ext>
            </a:extLst>
          </p:cNvPr>
          <p:cNvSpPr/>
          <p:nvPr/>
        </p:nvSpPr>
        <p:spPr>
          <a:xfrm>
            <a:off x="6723346" y="4922706"/>
            <a:ext cx="2781299" cy="369332"/>
          </a:xfrm>
          <a:prstGeom prst="rect">
            <a:avLst/>
          </a:prstGeom>
        </p:spPr>
        <p:txBody>
          <a:bodyPr wrap="square">
            <a:spAutoFit/>
          </a:bodyPr>
          <a:lstStyle/>
          <a:p>
            <a:pPr algn="ctr"/>
            <a:r>
              <a:rPr lang="en-US" dirty="0"/>
              <a:t>A </a:t>
            </a:r>
            <a:r>
              <a:rPr lang="en-US" b="1" dirty="0">
                <a:solidFill>
                  <a:schemeClr val="accent1"/>
                </a:solidFill>
              </a:rPr>
              <a:t>personal choice</a:t>
            </a:r>
          </a:p>
        </p:txBody>
      </p:sp>
      <p:sp>
        <p:nvSpPr>
          <p:cNvPr id="11" name="Rectangle 10">
            <a:extLst>
              <a:ext uri="{FF2B5EF4-FFF2-40B4-BE49-F238E27FC236}">
                <a16:creationId xmlns:a16="http://schemas.microsoft.com/office/drawing/2014/main" id="{991D6F07-43C0-4C4E-9606-7D8F4611A8C3}"/>
              </a:ext>
            </a:extLst>
          </p:cNvPr>
          <p:cNvSpPr/>
          <p:nvPr/>
        </p:nvSpPr>
        <p:spPr>
          <a:xfrm>
            <a:off x="9362295" y="4936070"/>
            <a:ext cx="2781299" cy="646331"/>
          </a:xfrm>
          <a:prstGeom prst="rect">
            <a:avLst/>
          </a:prstGeom>
        </p:spPr>
        <p:txBody>
          <a:bodyPr wrap="square">
            <a:spAutoFit/>
          </a:bodyPr>
          <a:lstStyle/>
          <a:p>
            <a:pPr algn="ctr"/>
            <a:r>
              <a:rPr lang="en-US" dirty="0"/>
              <a:t>A decision to </a:t>
            </a:r>
            <a:r>
              <a:rPr lang="en-US" b="1" dirty="0">
                <a:solidFill>
                  <a:schemeClr val="accent1"/>
                </a:solidFill>
              </a:rPr>
              <a:t>engage </a:t>
            </a:r>
            <a:br>
              <a:rPr lang="en-US" b="1" dirty="0">
                <a:solidFill>
                  <a:schemeClr val="accent1"/>
                </a:solidFill>
              </a:rPr>
            </a:br>
            <a:r>
              <a:rPr lang="en-US" b="1" dirty="0">
                <a:solidFill>
                  <a:schemeClr val="accent1"/>
                </a:solidFill>
              </a:rPr>
              <a:t>and participate</a:t>
            </a:r>
          </a:p>
        </p:txBody>
      </p:sp>
    </p:spTree>
    <p:extLst>
      <p:ext uri="{BB962C8B-B14F-4D97-AF65-F5344CB8AC3E}">
        <p14:creationId xmlns:p14="http://schemas.microsoft.com/office/powerpoint/2010/main" val="39989186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D785674-6270-4C6C-891B-79C1FE7989CC}"/>
              </a:ext>
            </a:extLst>
          </p:cNvPr>
          <p:cNvSpPr>
            <a:spLocks noGrp="1"/>
          </p:cNvSpPr>
          <p:nvPr>
            <p:ph type="ctrTitle"/>
          </p:nvPr>
        </p:nvSpPr>
        <p:spPr/>
        <p:txBody>
          <a:bodyPr/>
          <a:lstStyle/>
          <a:p>
            <a:r>
              <a:rPr lang="en-US" dirty="0"/>
              <a:t>The 5 Elements of Successful Change</a:t>
            </a:r>
          </a:p>
        </p:txBody>
      </p:sp>
      <p:sp>
        <p:nvSpPr>
          <p:cNvPr id="14" name="TextBox 13">
            <a:extLst>
              <a:ext uri="{FF2B5EF4-FFF2-40B4-BE49-F238E27FC236}">
                <a16:creationId xmlns:a16="http://schemas.microsoft.com/office/drawing/2014/main" id="{8C5FF6D1-1618-4690-B301-553ADE74DDFD}"/>
              </a:ext>
            </a:extLst>
          </p:cNvPr>
          <p:cNvSpPr txBox="1"/>
          <p:nvPr/>
        </p:nvSpPr>
        <p:spPr>
          <a:xfrm>
            <a:off x="1057653" y="1461104"/>
            <a:ext cx="2332177" cy="4031873"/>
          </a:xfrm>
          <a:prstGeom prst="rect">
            <a:avLst/>
          </a:prstGeom>
          <a:noFill/>
        </p:spPr>
        <p:txBody>
          <a:bodyPr wrap="none" rtlCol="0">
            <a:spAutoFit/>
          </a:bodyPr>
          <a:lstStyle/>
          <a:p>
            <a:r>
              <a:rPr lang="en-US" sz="2800" dirty="0">
                <a:solidFill>
                  <a:schemeClr val="bg1"/>
                </a:solidFill>
              </a:rPr>
              <a:t>Awareness</a:t>
            </a:r>
          </a:p>
          <a:p>
            <a:endParaRPr lang="en-US" sz="2800" dirty="0">
              <a:solidFill>
                <a:schemeClr val="bg1"/>
              </a:solidFill>
            </a:endParaRPr>
          </a:p>
          <a:p>
            <a:r>
              <a:rPr lang="en-US" sz="2800" dirty="0">
                <a:solidFill>
                  <a:schemeClr val="bg1"/>
                </a:solidFill>
              </a:rPr>
              <a:t>Desire</a:t>
            </a:r>
          </a:p>
          <a:p>
            <a:endParaRPr lang="en-US" sz="2800" dirty="0">
              <a:solidFill>
                <a:schemeClr val="bg1"/>
              </a:solidFill>
            </a:endParaRPr>
          </a:p>
          <a:p>
            <a:r>
              <a:rPr lang="en-US" sz="3200" b="1" dirty="0">
                <a:solidFill>
                  <a:schemeClr val="bg1"/>
                </a:solidFill>
              </a:rPr>
              <a:t>Knowledge</a:t>
            </a:r>
          </a:p>
          <a:p>
            <a:endParaRPr lang="en-US" sz="2800" dirty="0">
              <a:solidFill>
                <a:schemeClr val="bg1"/>
              </a:solidFill>
            </a:endParaRPr>
          </a:p>
          <a:p>
            <a:r>
              <a:rPr lang="en-US" sz="2800" dirty="0">
                <a:solidFill>
                  <a:schemeClr val="bg1"/>
                </a:solidFill>
              </a:rPr>
              <a:t>Ability</a:t>
            </a:r>
          </a:p>
          <a:p>
            <a:endParaRPr lang="en-US" sz="2800" dirty="0">
              <a:solidFill>
                <a:schemeClr val="bg1"/>
              </a:solidFill>
            </a:endParaRPr>
          </a:p>
          <a:p>
            <a:r>
              <a:rPr lang="en-US" sz="2800" dirty="0">
                <a:solidFill>
                  <a:schemeClr val="bg1"/>
                </a:solidFill>
              </a:rPr>
              <a:t>Reinforcement</a:t>
            </a:r>
          </a:p>
        </p:txBody>
      </p:sp>
      <p:sp>
        <p:nvSpPr>
          <p:cNvPr id="6" name="TextBox 5">
            <a:extLst>
              <a:ext uri="{FF2B5EF4-FFF2-40B4-BE49-F238E27FC236}">
                <a16:creationId xmlns:a16="http://schemas.microsoft.com/office/drawing/2014/main" id="{A5616D52-7CBF-4C98-8745-CCA0DD33767F}"/>
              </a:ext>
            </a:extLst>
          </p:cNvPr>
          <p:cNvSpPr txBox="1"/>
          <p:nvPr/>
        </p:nvSpPr>
        <p:spPr>
          <a:xfrm>
            <a:off x="5262283" y="1084691"/>
            <a:ext cx="5736055" cy="461665"/>
          </a:xfrm>
          <a:prstGeom prst="rect">
            <a:avLst/>
          </a:prstGeom>
          <a:noFill/>
        </p:spPr>
        <p:txBody>
          <a:bodyPr wrap="square" rtlCol="0">
            <a:spAutoFit/>
          </a:bodyPr>
          <a:lstStyle/>
          <a:p>
            <a:pPr algn="ctr"/>
            <a:r>
              <a:rPr lang="en-US" sz="2400" b="1" dirty="0">
                <a:solidFill>
                  <a:schemeClr val="accent1"/>
                </a:solidFill>
              </a:rPr>
              <a:t>Change requires knowing how</a:t>
            </a:r>
          </a:p>
        </p:txBody>
      </p:sp>
      <p:pic>
        <p:nvPicPr>
          <p:cNvPr id="15" name="Picture 14" descr="A hand holding a block with the letter K written on it.">
            <a:extLst>
              <a:ext uri="{FF2B5EF4-FFF2-40B4-BE49-F238E27FC236}">
                <a16:creationId xmlns:a16="http://schemas.microsoft.com/office/drawing/2014/main" id="{F428B21C-709C-44A7-B147-ACEA18184D26}"/>
              </a:ext>
            </a:extLst>
          </p:cNvPr>
          <p:cNvPicPr>
            <a:picLocks noChangeAspect="1"/>
          </p:cNvPicPr>
          <p:nvPr/>
        </p:nvPicPr>
        <p:blipFill rotWithShape="1">
          <a:blip r:embed="rId3">
            <a:extLst>
              <a:ext uri="{28A0092B-C50C-407E-A947-70E740481C1C}">
                <a14:useLocalDpi xmlns:a14="http://schemas.microsoft.com/office/drawing/2010/main"/>
              </a:ext>
            </a:extLst>
          </a:blip>
          <a:srcRect/>
          <a:stretch/>
        </p:blipFill>
        <p:spPr>
          <a:xfrm>
            <a:off x="4069458" y="1678767"/>
            <a:ext cx="8121710" cy="2236060"/>
          </a:xfrm>
          <a:prstGeom prst="rect">
            <a:avLst/>
          </a:prstGeom>
        </p:spPr>
      </p:pic>
      <p:sp>
        <p:nvSpPr>
          <p:cNvPr id="16" name="Rectangle 15">
            <a:extLst>
              <a:ext uri="{FF2B5EF4-FFF2-40B4-BE49-F238E27FC236}">
                <a16:creationId xmlns:a16="http://schemas.microsoft.com/office/drawing/2014/main" id="{EB699565-F441-436D-8293-67A8F2059A0E}"/>
              </a:ext>
              <a:ext uri="{C183D7F6-B498-43B3-948B-1728B52AA6E4}">
                <adec:decorative xmlns:adec="http://schemas.microsoft.com/office/drawing/2017/decorative" val="1"/>
              </a:ext>
            </a:extLst>
          </p:cNvPr>
          <p:cNvSpPr/>
          <p:nvPr/>
        </p:nvSpPr>
        <p:spPr>
          <a:xfrm>
            <a:off x="4055372" y="3429000"/>
            <a:ext cx="8123375" cy="499191"/>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7" name="TextBox 16">
            <a:extLst>
              <a:ext uri="{FF2B5EF4-FFF2-40B4-BE49-F238E27FC236}">
                <a16:creationId xmlns:a16="http://schemas.microsoft.com/office/drawing/2014/main" id="{4D024CA5-8597-4E27-9AD2-478FAA9E382A}"/>
              </a:ext>
            </a:extLst>
          </p:cNvPr>
          <p:cNvSpPr txBox="1"/>
          <p:nvPr/>
        </p:nvSpPr>
        <p:spPr>
          <a:xfrm>
            <a:off x="7103709" y="3478538"/>
            <a:ext cx="2053201" cy="400110"/>
          </a:xfrm>
          <a:prstGeom prst="rect">
            <a:avLst/>
          </a:prstGeom>
          <a:noFill/>
        </p:spPr>
        <p:txBody>
          <a:bodyPr wrap="square" rtlCol="0" anchor="ctr">
            <a:spAutoFit/>
          </a:bodyPr>
          <a:lstStyle/>
          <a:p>
            <a:pPr algn="ctr"/>
            <a:r>
              <a:rPr lang="en-US" sz="2000" b="1" dirty="0">
                <a:solidFill>
                  <a:schemeClr val="bg1"/>
                </a:solidFill>
              </a:rPr>
              <a:t>Knowledge</a:t>
            </a:r>
          </a:p>
        </p:txBody>
      </p:sp>
      <p:cxnSp>
        <p:nvCxnSpPr>
          <p:cNvPr id="7" name="Straight Connector 6">
            <a:extLst>
              <a:ext uri="{FF2B5EF4-FFF2-40B4-BE49-F238E27FC236}">
                <a16:creationId xmlns:a16="http://schemas.microsoft.com/office/drawing/2014/main" id="{3E84591D-8F3B-4022-8F41-D4E0CAAFEDBB}"/>
              </a:ext>
              <a:ext uri="{C183D7F6-B498-43B3-948B-1728B52AA6E4}">
                <adec:decorative xmlns:adec="http://schemas.microsoft.com/office/drawing/2017/decorative" val="1"/>
              </a:ext>
            </a:extLst>
          </p:cNvPr>
          <p:cNvCxnSpPr>
            <a:cxnSpLocks/>
          </p:cNvCxnSpPr>
          <p:nvPr/>
        </p:nvCxnSpPr>
        <p:spPr>
          <a:xfrm flipV="1">
            <a:off x="6723346" y="3914827"/>
            <a:ext cx="0" cy="224401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5E59406-81A3-470A-9675-FD2EE8E7940F}"/>
              </a:ext>
              <a:ext uri="{C183D7F6-B498-43B3-948B-1728B52AA6E4}">
                <adec:decorative xmlns:adec="http://schemas.microsoft.com/office/drawing/2017/decorative" val="1"/>
              </a:ext>
            </a:extLst>
          </p:cNvPr>
          <p:cNvCxnSpPr>
            <a:cxnSpLocks/>
          </p:cNvCxnSpPr>
          <p:nvPr/>
        </p:nvCxnSpPr>
        <p:spPr>
          <a:xfrm flipV="1">
            <a:off x="9362295" y="3914588"/>
            <a:ext cx="0" cy="224425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03E3C81A-BC1F-4E8F-949F-8D0DD0012F86}"/>
              </a:ext>
            </a:extLst>
          </p:cNvPr>
          <p:cNvSpPr/>
          <p:nvPr/>
        </p:nvSpPr>
        <p:spPr>
          <a:xfrm>
            <a:off x="3874393" y="4936070"/>
            <a:ext cx="2781299" cy="646331"/>
          </a:xfrm>
          <a:prstGeom prst="rect">
            <a:avLst/>
          </a:prstGeom>
        </p:spPr>
        <p:txBody>
          <a:bodyPr wrap="square">
            <a:spAutoFit/>
          </a:bodyPr>
          <a:lstStyle/>
          <a:p>
            <a:pPr algn="ctr"/>
            <a:r>
              <a:rPr lang="en-US" b="1" dirty="0">
                <a:solidFill>
                  <a:schemeClr val="accent1"/>
                </a:solidFill>
              </a:rPr>
              <a:t>Understanding</a:t>
            </a:r>
            <a:r>
              <a:rPr lang="en-US" dirty="0"/>
              <a:t> </a:t>
            </a:r>
            <a:br>
              <a:rPr lang="en-US" dirty="0"/>
            </a:br>
            <a:r>
              <a:rPr lang="en-US" dirty="0"/>
              <a:t>how to change</a:t>
            </a:r>
          </a:p>
        </p:txBody>
      </p:sp>
      <p:sp>
        <p:nvSpPr>
          <p:cNvPr id="10" name="Rectangle 9">
            <a:extLst>
              <a:ext uri="{FF2B5EF4-FFF2-40B4-BE49-F238E27FC236}">
                <a16:creationId xmlns:a16="http://schemas.microsoft.com/office/drawing/2014/main" id="{EDBA353A-DD29-40E5-937F-F3FCD9E6E83E}"/>
              </a:ext>
            </a:extLst>
          </p:cNvPr>
          <p:cNvSpPr/>
          <p:nvPr/>
        </p:nvSpPr>
        <p:spPr>
          <a:xfrm>
            <a:off x="6723346" y="4922706"/>
            <a:ext cx="2781299" cy="646331"/>
          </a:xfrm>
          <a:prstGeom prst="rect">
            <a:avLst/>
          </a:prstGeom>
        </p:spPr>
        <p:txBody>
          <a:bodyPr wrap="square">
            <a:spAutoFit/>
          </a:bodyPr>
          <a:lstStyle/>
          <a:p>
            <a:pPr algn="ctr"/>
            <a:r>
              <a:rPr lang="en-US" b="1" dirty="0">
                <a:solidFill>
                  <a:schemeClr val="accent1"/>
                </a:solidFill>
              </a:rPr>
              <a:t>Training</a:t>
            </a:r>
            <a:r>
              <a:rPr lang="en-US" dirty="0"/>
              <a:t> on new </a:t>
            </a:r>
            <a:br>
              <a:rPr lang="en-US" dirty="0"/>
            </a:br>
            <a:r>
              <a:rPr lang="en-US" dirty="0"/>
              <a:t>processes and tools </a:t>
            </a:r>
          </a:p>
        </p:txBody>
      </p:sp>
      <p:sp>
        <p:nvSpPr>
          <p:cNvPr id="11" name="Rectangle 10">
            <a:extLst>
              <a:ext uri="{FF2B5EF4-FFF2-40B4-BE49-F238E27FC236}">
                <a16:creationId xmlns:a16="http://schemas.microsoft.com/office/drawing/2014/main" id="{991D6F07-43C0-4C4E-9606-7D8F4611A8C3}"/>
              </a:ext>
            </a:extLst>
          </p:cNvPr>
          <p:cNvSpPr/>
          <p:nvPr/>
        </p:nvSpPr>
        <p:spPr>
          <a:xfrm>
            <a:off x="9362295" y="4936070"/>
            <a:ext cx="2781299" cy="646331"/>
          </a:xfrm>
          <a:prstGeom prst="rect">
            <a:avLst/>
          </a:prstGeom>
        </p:spPr>
        <p:txBody>
          <a:bodyPr wrap="square">
            <a:spAutoFit/>
          </a:bodyPr>
          <a:lstStyle/>
          <a:p>
            <a:pPr algn="ctr"/>
            <a:r>
              <a:rPr lang="en-US" b="1" dirty="0">
                <a:solidFill>
                  <a:schemeClr val="accent1"/>
                </a:solidFill>
              </a:rPr>
              <a:t>Learning</a:t>
            </a:r>
            <a:r>
              <a:rPr lang="en-US" dirty="0"/>
              <a:t> </a:t>
            </a:r>
            <a:br>
              <a:rPr lang="en-US" dirty="0"/>
            </a:br>
            <a:r>
              <a:rPr lang="en-US" dirty="0"/>
              <a:t>new skills</a:t>
            </a:r>
          </a:p>
        </p:txBody>
      </p:sp>
    </p:spTree>
    <p:extLst>
      <p:ext uri="{BB962C8B-B14F-4D97-AF65-F5344CB8AC3E}">
        <p14:creationId xmlns:p14="http://schemas.microsoft.com/office/powerpoint/2010/main" val="19066848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E9D2FA-575C-4995-A074-83B77BD7C79F}"/>
              </a:ext>
            </a:extLst>
          </p:cNvPr>
          <p:cNvSpPr>
            <a:spLocks noGrp="1"/>
          </p:cNvSpPr>
          <p:nvPr>
            <p:ph type="ctrTitle"/>
          </p:nvPr>
        </p:nvSpPr>
        <p:spPr/>
        <p:txBody>
          <a:bodyPr/>
          <a:lstStyle/>
          <a:p>
            <a:r>
              <a:rPr lang="en-US" dirty="0"/>
              <a:t>The 5 Elements of Successful Change</a:t>
            </a:r>
          </a:p>
        </p:txBody>
      </p:sp>
      <p:sp>
        <p:nvSpPr>
          <p:cNvPr id="20" name="TextBox 19">
            <a:extLst>
              <a:ext uri="{FF2B5EF4-FFF2-40B4-BE49-F238E27FC236}">
                <a16:creationId xmlns:a16="http://schemas.microsoft.com/office/drawing/2014/main" id="{36ADBEDC-28C9-4915-8E8D-0DDE1464C169}"/>
              </a:ext>
            </a:extLst>
          </p:cNvPr>
          <p:cNvSpPr txBox="1"/>
          <p:nvPr/>
        </p:nvSpPr>
        <p:spPr>
          <a:xfrm>
            <a:off x="1057653" y="1461104"/>
            <a:ext cx="2332177" cy="4093428"/>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Calibri"/>
                <a:ea typeface="+mn-ea"/>
                <a:cs typeface="+mn-cs"/>
              </a:rPr>
              <a:t>Awareness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FFFFFF"/>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Calibri"/>
                <a:ea typeface="+mn-ea"/>
                <a:cs typeface="+mn-cs"/>
              </a:rPr>
              <a:t>Desire</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FFFFFF"/>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i="0" u="none" strike="noStrike" kern="1200" cap="none" spc="0" normalizeH="0" baseline="0" noProof="0" dirty="0">
                <a:ln>
                  <a:noFill/>
                </a:ln>
                <a:solidFill>
                  <a:srgbClr val="FFFFFF"/>
                </a:solidFill>
                <a:effectLst/>
                <a:uLnTx/>
                <a:uFillTx/>
                <a:latin typeface="Calibri"/>
                <a:ea typeface="+mn-ea"/>
                <a:cs typeface="+mn-cs"/>
              </a:rPr>
              <a:t>Knowledge</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rgbClr val="FFFFFF"/>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Calibri"/>
                <a:ea typeface="+mn-ea"/>
                <a:cs typeface="+mn-cs"/>
              </a:rPr>
              <a:t>Ability</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FFFFFF"/>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Calibri"/>
                <a:ea typeface="+mn-ea"/>
                <a:cs typeface="+mn-cs"/>
              </a:rPr>
              <a:t>Reinforcement</a:t>
            </a:r>
          </a:p>
        </p:txBody>
      </p:sp>
      <p:sp>
        <p:nvSpPr>
          <p:cNvPr id="19" name="TextBox 18">
            <a:extLst>
              <a:ext uri="{FF2B5EF4-FFF2-40B4-BE49-F238E27FC236}">
                <a16:creationId xmlns:a16="http://schemas.microsoft.com/office/drawing/2014/main" id="{581CC541-96EA-475E-95D0-A6ACFDCEBC61}"/>
              </a:ext>
            </a:extLst>
          </p:cNvPr>
          <p:cNvSpPr txBox="1"/>
          <p:nvPr/>
        </p:nvSpPr>
        <p:spPr>
          <a:xfrm>
            <a:off x="5105400" y="1084691"/>
            <a:ext cx="6095999"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342A86"/>
                </a:solidFill>
                <a:effectLst/>
                <a:uLnTx/>
                <a:uFillTx/>
                <a:latin typeface="Calibri"/>
                <a:ea typeface="+mn-ea"/>
                <a:cs typeface="+mn-cs"/>
              </a:rPr>
              <a:t>Change requires action in the right direction</a:t>
            </a:r>
          </a:p>
        </p:txBody>
      </p:sp>
      <p:pic>
        <p:nvPicPr>
          <p:cNvPr id="18" name="Picture 17" descr="A hand holding a block with the letter A written on it.">
            <a:extLst>
              <a:ext uri="{FF2B5EF4-FFF2-40B4-BE49-F238E27FC236}">
                <a16:creationId xmlns:a16="http://schemas.microsoft.com/office/drawing/2014/main" id="{08125F8C-3E0C-4935-BA7C-F2C38A0F38EF}"/>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4054525" y="1678767"/>
            <a:ext cx="8137475" cy="2236060"/>
          </a:xfrm>
          <a:prstGeom prst="rect">
            <a:avLst/>
          </a:prstGeom>
          <a:ln>
            <a:noFill/>
          </a:ln>
        </p:spPr>
      </p:pic>
      <p:sp>
        <p:nvSpPr>
          <p:cNvPr id="21" name="Rectangle 20">
            <a:extLst>
              <a:ext uri="{FF2B5EF4-FFF2-40B4-BE49-F238E27FC236}">
                <a16:creationId xmlns:a16="http://schemas.microsoft.com/office/drawing/2014/main" id="{10097501-3B98-4F9D-9204-674FA7DE7348}"/>
              </a:ext>
              <a:ext uri="{C183D7F6-B498-43B3-948B-1728B52AA6E4}">
                <adec:decorative xmlns:adec="http://schemas.microsoft.com/office/drawing/2017/decorative" val="1"/>
              </a:ext>
            </a:extLst>
          </p:cNvPr>
          <p:cNvSpPr/>
          <p:nvPr/>
        </p:nvSpPr>
        <p:spPr>
          <a:xfrm>
            <a:off x="4055372" y="3429000"/>
            <a:ext cx="8137475" cy="499191"/>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srgbClr val="FFFFFF"/>
              </a:solidFill>
              <a:effectLst/>
              <a:uLnTx/>
              <a:uFillTx/>
              <a:latin typeface="Calibri"/>
              <a:ea typeface="+mn-ea"/>
              <a:cs typeface="+mn-cs"/>
            </a:endParaRPr>
          </a:p>
        </p:txBody>
      </p:sp>
      <p:sp>
        <p:nvSpPr>
          <p:cNvPr id="22" name="TextBox 21">
            <a:extLst>
              <a:ext uri="{FF2B5EF4-FFF2-40B4-BE49-F238E27FC236}">
                <a16:creationId xmlns:a16="http://schemas.microsoft.com/office/drawing/2014/main" id="{A8C9B9BB-C35F-4826-BE12-AA03777BA408}"/>
              </a:ext>
            </a:extLst>
          </p:cNvPr>
          <p:cNvSpPr txBox="1"/>
          <p:nvPr/>
        </p:nvSpPr>
        <p:spPr>
          <a:xfrm>
            <a:off x="7103709" y="3478538"/>
            <a:ext cx="2053201" cy="400110"/>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a:ea typeface="+mn-ea"/>
                <a:cs typeface="+mn-cs"/>
              </a:rPr>
              <a:t>Ability</a:t>
            </a:r>
          </a:p>
        </p:txBody>
      </p:sp>
      <p:cxnSp>
        <p:nvCxnSpPr>
          <p:cNvPr id="23" name="Straight Connector 51">
            <a:extLst>
              <a:ext uri="{FF2B5EF4-FFF2-40B4-BE49-F238E27FC236}">
                <a16:creationId xmlns:a16="http://schemas.microsoft.com/office/drawing/2014/main" id="{79412E53-893C-4114-8DC9-DC44BC9E7477}"/>
              </a:ext>
              <a:ext uri="{C183D7F6-B498-43B3-948B-1728B52AA6E4}">
                <adec:decorative xmlns:adec="http://schemas.microsoft.com/office/drawing/2017/decorative" val="1"/>
              </a:ext>
            </a:extLst>
          </p:cNvPr>
          <p:cNvCxnSpPr>
            <a:cxnSpLocks/>
          </p:cNvCxnSpPr>
          <p:nvPr/>
        </p:nvCxnSpPr>
        <p:spPr>
          <a:xfrm flipV="1">
            <a:off x="8076255" y="3896659"/>
            <a:ext cx="0" cy="227554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5" name="Rectangle 53">
            <a:extLst>
              <a:ext uri="{FF2B5EF4-FFF2-40B4-BE49-F238E27FC236}">
                <a16:creationId xmlns:a16="http://schemas.microsoft.com/office/drawing/2014/main" id="{78C4C3E2-8926-49D4-ABCF-44753BE6D950}"/>
              </a:ext>
            </a:extLst>
          </p:cNvPr>
          <p:cNvSpPr/>
          <p:nvPr/>
        </p:nvSpPr>
        <p:spPr>
          <a:xfrm>
            <a:off x="4340792" y="4960228"/>
            <a:ext cx="3659490" cy="646331"/>
          </a:xfrm>
          <a:prstGeom prst="rect">
            <a:avLst/>
          </a:prstGeom>
        </p:spPr>
        <p:txBody>
          <a:bodyPr wrap="square">
            <a:spAutoFit/>
          </a:bodyPr>
          <a:lstStyle/>
          <a:p>
            <a:pPr algn="ctr"/>
            <a:r>
              <a:rPr lang="en-US" dirty="0"/>
              <a:t>The </a:t>
            </a:r>
            <a:r>
              <a:rPr lang="en-US" b="1" dirty="0">
                <a:solidFill>
                  <a:schemeClr val="accent1"/>
                </a:solidFill>
              </a:rPr>
              <a:t>demonstrated capability </a:t>
            </a:r>
            <a:r>
              <a:rPr lang="en-US" dirty="0"/>
              <a:t>to implement the change</a:t>
            </a:r>
          </a:p>
        </p:txBody>
      </p:sp>
      <p:sp>
        <p:nvSpPr>
          <p:cNvPr id="24" name="Rectangle 54">
            <a:extLst>
              <a:ext uri="{FF2B5EF4-FFF2-40B4-BE49-F238E27FC236}">
                <a16:creationId xmlns:a16="http://schemas.microsoft.com/office/drawing/2014/main" id="{AFD96FC3-E83D-41F2-A9D8-E2E77DBDE1E8}"/>
              </a:ext>
            </a:extLst>
          </p:cNvPr>
          <p:cNvSpPr/>
          <p:nvPr/>
        </p:nvSpPr>
        <p:spPr>
          <a:xfrm>
            <a:off x="8152229" y="4960228"/>
            <a:ext cx="3659490" cy="646331"/>
          </a:xfrm>
          <a:prstGeom prst="rect">
            <a:avLst/>
          </a:prstGeom>
        </p:spPr>
        <p:txBody>
          <a:bodyPr wrap="square">
            <a:spAutoFit/>
          </a:bodyPr>
          <a:lstStyle/>
          <a:p>
            <a:pPr algn="ctr"/>
            <a:r>
              <a:rPr lang="en-US" dirty="0"/>
              <a:t>Achievement of the desired change in </a:t>
            </a:r>
            <a:r>
              <a:rPr lang="en-US" b="1" dirty="0">
                <a:solidFill>
                  <a:schemeClr val="accent1"/>
                </a:solidFill>
              </a:rPr>
              <a:t>performance or behavior</a:t>
            </a:r>
          </a:p>
        </p:txBody>
      </p:sp>
    </p:spTree>
    <p:extLst>
      <p:ext uri="{BB962C8B-B14F-4D97-AF65-F5344CB8AC3E}">
        <p14:creationId xmlns:p14="http://schemas.microsoft.com/office/powerpoint/2010/main" val="12620638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2C72249-5275-49C3-952B-911E2CC30159}"/>
              </a:ext>
            </a:extLst>
          </p:cNvPr>
          <p:cNvSpPr>
            <a:spLocks noGrp="1"/>
          </p:cNvSpPr>
          <p:nvPr>
            <p:ph type="ctrTitle"/>
          </p:nvPr>
        </p:nvSpPr>
        <p:spPr/>
        <p:txBody>
          <a:bodyPr/>
          <a:lstStyle/>
          <a:p>
            <a:r>
              <a:rPr lang="en-US" dirty="0"/>
              <a:t>The 5 Elements of Successful Change</a:t>
            </a:r>
          </a:p>
        </p:txBody>
      </p:sp>
      <p:sp>
        <p:nvSpPr>
          <p:cNvPr id="15" name="TextBox 14">
            <a:extLst>
              <a:ext uri="{FF2B5EF4-FFF2-40B4-BE49-F238E27FC236}">
                <a16:creationId xmlns:a16="http://schemas.microsoft.com/office/drawing/2014/main" id="{724101D2-D10F-4DC5-AC36-8AB00E0D5E70}"/>
              </a:ext>
            </a:extLst>
          </p:cNvPr>
          <p:cNvSpPr txBox="1"/>
          <p:nvPr/>
        </p:nvSpPr>
        <p:spPr>
          <a:xfrm>
            <a:off x="1057653" y="1461104"/>
            <a:ext cx="2696572" cy="4093428"/>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Calibri"/>
                <a:ea typeface="+mn-ea"/>
                <a:cs typeface="+mn-cs"/>
              </a:rPr>
              <a:t>Awareness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FFFFFF"/>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Calibri"/>
                <a:ea typeface="+mn-ea"/>
                <a:cs typeface="+mn-cs"/>
              </a:rPr>
              <a:t>Desire</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FFFFFF"/>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i="0" u="none" strike="noStrike" kern="1200" cap="none" spc="0" normalizeH="0" baseline="0" noProof="0" dirty="0">
                <a:ln>
                  <a:noFill/>
                </a:ln>
                <a:solidFill>
                  <a:srgbClr val="FFFFFF"/>
                </a:solidFill>
                <a:effectLst/>
                <a:uLnTx/>
                <a:uFillTx/>
                <a:latin typeface="Calibri"/>
                <a:ea typeface="+mn-ea"/>
                <a:cs typeface="+mn-cs"/>
              </a:rPr>
              <a:t>Knowledge</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rgbClr val="FFFFFF"/>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i="0" u="none" strike="noStrike" kern="1200" cap="none" spc="0" normalizeH="0" baseline="0" noProof="0" dirty="0">
                <a:ln>
                  <a:noFill/>
                </a:ln>
                <a:solidFill>
                  <a:srgbClr val="FFFFFF"/>
                </a:solidFill>
                <a:effectLst/>
                <a:uLnTx/>
                <a:uFillTx/>
                <a:latin typeface="Calibri"/>
                <a:ea typeface="+mn-ea"/>
                <a:cs typeface="+mn-cs"/>
              </a:rPr>
              <a:t>Ability</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FFFFFF"/>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tab pos="457200" algn="l"/>
              </a:tabLst>
              <a:defRPr/>
            </a:pPr>
            <a:r>
              <a:rPr kumimoji="0" lang="en-US" sz="3200" b="1" i="0" u="none" strike="noStrike" kern="1200" cap="none" spc="0" normalizeH="0" baseline="0" noProof="0" dirty="0">
                <a:ln>
                  <a:noFill/>
                </a:ln>
                <a:solidFill>
                  <a:srgbClr val="FFFFFF"/>
                </a:solidFill>
                <a:effectLst/>
                <a:uLnTx/>
                <a:uFillTx/>
                <a:latin typeface="Calibri"/>
                <a:ea typeface="+mn-ea"/>
                <a:cs typeface="+mn-cs"/>
              </a:rPr>
              <a:t>Reinforcement</a:t>
            </a:r>
          </a:p>
        </p:txBody>
      </p:sp>
      <p:sp>
        <p:nvSpPr>
          <p:cNvPr id="14" name="TextBox 13">
            <a:extLst>
              <a:ext uri="{FF2B5EF4-FFF2-40B4-BE49-F238E27FC236}">
                <a16:creationId xmlns:a16="http://schemas.microsoft.com/office/drawing/2014/main" id="{0843AE00-5A18-42F1-93FB-B47282A93497}"/>
              </a:ext>
            </a:extLst>
          </p:cNvPr>
          <p:cNvSpPr txBox="1"/>
          <p:nvPr/>
        </p:nvSpPr>
        <p:spPr>
          <a:xfrm>
            <a:off x="5105400" y="1084691"/>
            <a:ext cx="6095999"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342A86"/>
                </a:solidFill>
                <a:effectLst/>
                <a:uLnTx/>
                <a:uFillTx/>
                <a:latin typeface="Calibri"/>
                <a:ea typeface="+mn-ea"/>
                <a:cs typeface="+mn-cs"/>
              </a:rPr>
              <a:t>Change must be reinforced to be sustained</a:t>
            </a:r>
          </a:p>
        </p:txBody>
      </p:sp>
      <p:pic>
        <p:nvPicPr>
          <p:cNvPr id="13" name="Picture 12" descr="A hand holding a block with the letter R written on it.">
            <a:extLst>
              <a:ext uri="{FF2B5EF4-FFF2-40B4-BE49-F238E27FC236}">
                <a16:creationId xmlns:a16="http://schemas.microsoft.com/office/drawing/2014/main" id="{3E353845-65F9-4F92-A0C5-70A2F7F6158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4054525" y="1667070"/>
            <a:ext cx="8137475" cy="2236060"/>
          </a:xfrm>
          <a:prstGeom prst="rect">
            <a:avLst/>
          </a:prstGeom>
        </p:spPr>
      </p:pic>
      <p:sp>
        <p:nvSpPr>
          <p:cNvPr id="16" name="Rectangle 15">
            <a:extLst>
              <a:ext uri="{FF2B5EF4-FFF2-40B4-BE49-F238E27FC236}">
                <a16:creationId xmlns:a16="http://schemas.microsoft.com/office/drawing/2014/main" id="{C4130851-BDA3-40CD-883D-CE08DB3370D0}"/>
              </a:ext>
              <a:ext uri="{C183D7F6-B498-43B3-948B-1728B52AA6E4}">
                <adec:decorative xmlns:adec="http://schemas.microsoft.com/office/drawing/2017/decorative" val="1"/>
              </a:ext>
            </a:extLst>
          </p:cNvPr>
          <p:cNvSpPr/>
          <p:nvPr/>
        </p:nvSpPr>
        <p:spPr>
          <a:xfrm>
            <a:off x="4055373" y="3429000"/>
            <a:ext cx="8136628" cy="499191"/>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srgbClr val="FFFFFF"/>
              </a:solidFill>
              <a:effectLst/>
              <a:uLnTx/>
              <a:uFillTx/>
              <a:latin typeface="Calibri"/>
              <a:ea typeface="+mn-ea"/>
              <a:cs typeface="+mn-cs"/>
            </a:endParaRPr>
          </a:p>
        </p:txBody>
      </p:sp>
      <p:sp>
        <p:nvSpPr>
          <p:cNvPr id="17" name="TextBox 16">
            <a:extLst>
              <a:ext uri="{FF2B5EF4-FFF2-40B4-BE49-F238E27FC236}">
                <a16:creationId xmlns:a16="http://schemas.microsoft.com/office/drawing/2014/main" id="{D81874AD-0A9E-42DC-8662-C51752F3918B}"/>
              </a:ext>
            </a:extLst>
          </p:cNvPr>
          <p:cNvSpPr txBox="1"/>
          <p:nvPr/>
        </p:nvSpPr>
        <p:spPr>
          <a:xfrm>
            <a:off x="7103709" y="3478538"/>
            <a:ext cx="2053201" cy="400110"/>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a:ea typeface="+mn-ea"/>
                <a:cs typeface="+mn-cs"/>
              </a:rPr>
              <a:t>Reinforcement</a:t>
            </a:r>
          </a:p>
        </p:txBody>
      </p:sp>
      <p:cxnSp>
        <p:nvCxnSpPr>
          <p:cNvPr id="26" name="Straight Connector 51">
            <a:extLst>
              <a:ext uri="{FF2B5EF4-FFF2-40B4-BE49-F238E27FC236}">
                <a16:creationId xmlns:a16="http://schemas.microsoft.com/office/drawing/2014/main" id="{8998E0E3-C499-4784-9EBA-57F56C4BE538}"/>
              </a:ext>
              <a:ext uri="{C183D7F6-B498-43B3-948B-1728B52AA6E4}">
                <adec:decorative xmlns:adec="http://schemas.microsoft.com/office/drawing/2017/decorative" val="1"/>
              </a:ext>
            </a:extLst>
          </p:cNvPr>
          <p:cNvCxnSpPr>
            <a:cxnSpLocks/>
          </p:cNvCxnSpPr>
          <p:nvPr/>
        </p:nvCxnSpPr>
        <p:spPr>
          <a:xfrm flipV="1">
            <a:off x="8076255" y="3902635"/>
            <a:ext cx="0" cy="226956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8" name="Rectangle 53">
            <a:extLst>
              <a:ext uri="{FF2B5EF4-FFF2-40B4-BE49-F238E27FC236}">
                <a16:creationId xmlns:a16="http://schemas.microsoft.com/office/drawing/2014/main" id="{7BF6D1DA-354B-4A5A-8211-05FC9D6844DE}"/>
              </a:ext>
            </a:extLst>
          </p:cNvPr>
          <p:cNvSpPr/>
          <p:nvPr/>
        </p:nvSpPr>
        <p:spPr>
          <a:xfrm>
            <a:off x="4340792" y="4960228"/>
            <a:ext cx="3659490" cy="646331"/>
          </a:xfrm>
          <a:prstGeom prst="rect">
            <a:avLst/>
          </a:prstGeom>
        </p:spPr>
        <p:txBody>
          <a:bodyPr wrap="square">
            <a:spAutoFit/>
          </a:bodyPr>
          <a:lstStyle/>
          <a:p>
            <a:pPr algn="ctr"/>
            <a:r>
              <a:rPr lang="en-US" dirty="0"/>
              <a:t>Actions that </a:t>
            </a:r>
            <a:r>
              <a:rPr lang="en-US" b="1" dirty="0">
                <a:solidFill>
                  <a:schemeClr val="accent1"/>
                </a:solidFill>
              </a:rPr>
              <a:t>increase the likelihood </a:t>
            </a:r>
            <a:r>
              <a:rPr lang="en-US" dirty="0"/>
              <a:t>that a change will be continued</a:t>
            </a:r>
          </a:p>
        </p:txBody>
      </p:sp>
      <p:sp>
        <p:nvSpPr>
          <p:cNvPr id="27" name="Rectangle 54">
            <a:extLst>
              <a:ext uri="{FF2B5EF4-FFF2-40B4-BE49-F238E27FC236}">
                <a16:creationId xmlns:a16="http://schemas.microsoft.com/office/drawing/2014/main" id="{413B2CDA-A5C4-497A-9268-481952585EC6}"/>
              </a:ext>
            </a:extLst>
          </p:cNvPr>
          <p:cNvSpPr/>
          <p:nvPr/>
        </p:nvSpPr>
        <p:spPr>
          <a:xfrm>
            <a:off x="8152229" y="4960228"/>
            <a:ext cx="3659490" cy="646331"/>
          </a:xfrm>
          <a:prstGeom prst="rect">
            <a:avLst/>
          </a:prstGeom>
        </p:spPr>
        <p:txBody>
          <a:bodyPr wrap="square">
            <a:spAutoFit/>
          </a:bodyPr>
          <a:lstStyle/>
          <a:p>
            <a:pPr algn="ctr"/>
            <a:r>
              <a:rPr lang="en-US" b="1" dirty="0">
                <a:solidFill>
                  <a:schemeClr val="accent1"/>
                </a:solidFill>
              </a:rPr>
              <a:t>Recognition and rewards </a:t>
            </a:r>
            <a:br>
              <a:rPr lang="en-US" b="1" dirty="0">
                <a:solidFill>
                  <a:schemeClr val="accent1"/>
                </a:solidFill>
              </a:rPr>
            </a:br>
            <a:r>
              <a:rPr lang="en-US" dirty="0"/>
              <a:t>that sustain the change</a:t>
            </a:r>
          </a:p>
        </p:txBody>
      </p:sp>
    </p:spTree>
    <p:extLst>
      <p:ext uri="{BB962C8B-B14F-4D97-AF65-F5344CB8AC3E}">
        <p14:creationId xmlns:p14="http://schemas.microsoft.com/office/powerpoint/2010/main" val="11284192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6AA019-3E6E-4BA0-8F72-B4D2C528CA9A}"/>
              </a:ext>
            </a:extLst>
          </p:cNvPr>
          <p:cNvSpPr>
            <a:spLocks noGrp="1"/>
          </p:cNvSpPr>
          <p:nvPr>
            <p:ph type="ctrTitle"/>
          </p:nvPr>
        </p:nvSpPr>
        <p:spPr/>
        <p:txBody>
          <a:bodyPr/>
          <a:lstStyle/>
          <a:p>
            <a:r>
              <a:rPr lang="en-US" dirty="0"/>
              <a:t>Complete the ADKAR Assessment </a:t>
            </a:r>
            <a:br>
              <a:rPr lang="en-US" dirty="0"/>
            </a:br>
            <a:r>
              <a:rPr lang="en-US" dirty="0"/>
              <a:t>and Determine the Barrier Point</a:t>
            </a:r>
          </a:p>
        </p:txBody>
      </p:sp>
      <p:grpSp>
        <p:nvGrpSpPr>
          <p:cNvPr id="8" name="Group 7" descr="This activity is in the workbook.  ">
            <a:extLst>
              <a:ext uri="{FF2B5EF4-FFF2-40B4-BE49-F238E27FC236}">
                <a16:creationId xmlns:a16="http://schemas.microsoft.com/office/drawing/2014/main" id="{1882E069-4D0C-4239-8DE0-AF8DDA589F41}"/>
              </a:ext>
              <a:ext uri="{C183D7F6-B498-43B3-948B-1728B52AA6E4}">
                <adec:decorative xmlns:adec="http://schemas.microsoft.com/office/drawing/2017/decorative" val="0"/>
              </a:ext>
            </a:extLst>
          </p:cNvPr>
          <p:cNvGrpSpPr>
            <a:grpSpLocks noChangeAspect="1"/>
          </p:cNvGrpSpPr>
          <p:nvPr/>
        </p:nvGrpSpPr>
        <p:grpSpPr>
          <a:xfrm>
            <a:off x="11277600" y="139384"/>
            <a:ext cx="822960" cy="822960"/>
            <a:chOff x="966611" y="2037898"/>
            <a:chExt cx="1143000" cy="1143000"/>
          </a:xfrm>
        </p:grpSpPr>
        <p:sp>
          <p:nvSpPr>
            <p:cNvPr id="9" name="Oval 8">
              <a:extLst>
                <a:ext uri="{FF2B5EF4-FFF2-40B4-BE49-F238E27FC236}">
                  <a16:creationId xmlns:a16="http://schemas.microsoft.com/office/drawing/2014/main" id="{D9DA0329-1B19-4AE2-9461-EF729B97520D}"/>
                </a:ext>
              </a:extLst>
            </p:cNvPr>
            <p:cNvSpPr/>
            <p:nvPr/>
          </p:nvSpPr>
          <p:spPr>
            <a:xfrm>
              <a:off x="966611" y="2037898"/>
              <a:ext cx="1143000" cy="1143000"/>
            </a:xfrm>
            <a:prstGeom prst="ellipse">
              <a:avLst/>
            </a:prstGeom>
            <a:solidFill>
              <a:srgbClr val="ECEF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pic>
          <p:nvPicPr>
            <p:cNvPr id="10" name="Graphic 9">
              <a:extLst>
                <a:ext uri="{FF2B5EF4-FFF2-40B4-BE49-F238E27FC236}">
                  <a16:creationId xmlns:a16="http://schemas.microsoft.com/office/drawing/2014/main" id="{A9B1EDED-09CA-4CBB-9850-06D7A43EBD9D}"/>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259583" y="2290482"/>
              <a:ext cx="557798" cy="669359"/>
            </a:xfrm>
            <a:prstGeom prst="rect">
              <a:avLst/>
            </a:prstGeom>
          </p:spPr>
        </p:pic>
      </p:grpSp>
      <p:sp>
        <p:nvSpPr>
          <p:cNvPr id="11" name="Content Placeholder 1">
            <a:extLst>
              <a:ext uri="{FF2B5EF4-FFF2-40B4-BE49-F238E27FC236}">
                <a16:creationId xmlns:a16="http://schemas.microsoft.com/office/drawing/2014/main" id="{AA68701E-5449-8B4E-8399-79066283E4A6}"/>
              </a:ext>
            </a:extLst>
          </p:cNvPr>
          <p:cNvSpPr>
            <a:spLocks noGrp="1"/>
          </p:cNvSpPr>
          <p:nvPr>
            <p:ph sz="half" idx="1"/>
          </p:nvPr>
        </p:nvSpPr>
        <p:spPr>
          <a:xfrm>
            <a:off x="4361992" y="2057400"/>
            <a:ext cx="7525208" cy="4184522"/>
          </a:xfrm>
        </p:spPr>
        <p:txBody>
          <a:bodyPr/>
          <a:lstStyle/>
          <a:p>
            <a:pPr marL="514350" indent="-514350">
              <a:buFont typeface="+mj-lt"/>
              <a:buAutoNum type="arabicPeriod"/>
            </a:pPr>
            <a:r>
              <a:rPr lang="en-US" dirty="0"/>
              <a:t>Complete a personal ADKAR Assessment.</a:t>
            </a:r>
          </a:p>
          <a:p>
            <a:pPr marL="514350" indent="-514350">
              <a:buFont typeface="+mj-lt"/>
              <a:buAutoNum type="arabicPeriod"/>
            </a:pPr>
            <a:r>
              <a:rPr lang="en-US" dirty="0"/>
              <a:t>Identify a score for each of the five elements.</a:t>
            </a:r>
          </a:p>
          <a:p>
            <a:pPr marL="514350" indent="-514350">
              <a:buFont typeface="+mj-lt"/>
              <a:buAutoNum type="arabicPeriod"/>
            </a:pPr>
            <a:r>
              <a:rPr lang="en-US" dirty="0"/>
              <a:t>To create an ADKAR profile bar graph, mark </a:t>
            </a:r>
            <a:br>
              <a:rPr lang="en-US" dirty="0"/>
            </a:br>
            <a:r>
              <a:rPr lang="en-US" dirty="0"/>
              <a:t>your score for each element and shade the </a:t>
            </a:r>
            <a:br>
              <a:rPr lang="en-US" dirty="0"/>
            </a:br>
            <a:r>
              <a:rPr lang="en-US" dirty="0"/>
              <a:t>area below the mark to create each “bar.”</a:t>
            </a:r>
          </a:p>
          <a:p>
            <a:pPr marL="514350" indent="-514350">
              <a:buFont typeface="+mj-lt"/>
              <a:buAutoNum type="arabicPeriod"/>
            </a:pPr>
            <a:r>
              <a:rPr lang="en-CA" dirty="0"/>
              <a:t>Share your ADKAR scores.</a:t>
            </a:r>
          </a:p>
        </p:txBody>
      </p:sp>
      <p:sp>
        <p:nvSpPr>
          <p:cNvPr id="7" name="TextBox 6">
            <a:extLst>
              <a:ext uri="{FF2B5EF4-FFF2-40B4-BE49-F238E27FC236}">
                <a16:creationId xmlns:a16="http://schemas.microsoft.com/office/drawing/2014/main" id="{3A5272FD-9E4C-4FEF-A4FA-95B58420322F}"/>
              </a:ext>
            </a:extLst>
          </p:cNvPr>
          <p:cNvSpPr txBox="1"/>
          <p:nvPr/>
        </p:nvSpPr>
        <p:spPr>
          <a:xfrm>
            <a:off x="304800" y="3994845"/>
            <a:ext cx="3395156" cy="2985433"/>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Calibri"/>
                <a:ea typeface="+mn-ea"/>
                <a:cs typeface="+mn-cs"/>
              </a:rPr>
              <a:t>The best way to learn the ADKAR Model is to apply it on a personal change that matters to you. </a:t>
            </a:r>
          </a:p>
          <a:p>
            <a:pPr marL="0" marR="0" lvl="0" indent="0" algn="l" defTabSz="457200" rtl="0" eaLnBrk="1" fontAlgn="auto" latinLnBrk="0" hangingPunct="1">
              <a:lnSpc>
                <a:spcPct val="100000"/>
              </a:lnSpc>
              <a:spcBef>
                <a:spcPts val="0"/>
              </a:spcBef>
              <a:spcAft>
                <a:spcPts val="0"/>
              </a:spcAft>
              <a:buClrTx/>
              <a:buSzTx/>
              <a:buFontTx/>
              <a:buNone/>
              <a:tabLst/>
              <a:defRPr/>
            </a:pPr>
            <a:br>
              <a:rPr kumimoji="0" lang="en-US" sz="2400" b="0" i="0" u="none" strike="noStrike" kern="1200" cap="none" spc="0" normalizeH="0" baseline="0" noProof="0" dirty="0">
                <a:ln>
                  <a:noFill/>
                </a:ln>
                <a:solidFill>
                  <a:srgbClr val="FFFFFF"/>
                </a:solidFill>
                <a:effectLst/>
                <a:uLnTx/>
                <a:uFillTx/>
                <a:latin typeface="Calibri"/>
                <a:ea typeface="+mn-ea"/>
                <a:cs typeface="+mn-cs"/>
              </a:rPr>
            </a:b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3143020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Rectangle 91">
            <a:extLst>
              <a:ext uri="{FF2B5EF4-FFF2-40B4-BE49-F238E27FC236}">
                <a16:creationId xmlns:a16="http://schemas.microsoft.com/office/drawing/2014/main" id="{D10F378C-91A3-5F46-AAA2-9DEC2AE84EF3}"/>
              </a:ext>
            </a:extLst>
          </p:cNvPr>
          <p:cNvSpPr/>
          <p:nvPr/>
        </p:nvSpPr>
        <p:spPr>
          <a:xfrm>
            <a:off x="9435548" y="365452"/>
            <a:ext cx="2756452" cy="813991"/>
          </a:xfrm>
          <a:prstGeom prst="rect">
            <a:avLst/>
          </a:prstGeom>
          <a:solidFill>
            <a:srgbClr val="ECEB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Title 2">
            <a:extLst>
              <a:ext uri="{FF2B5EF4-FFF2-40B4-BE49-F238E27FC236}">
                <a16:creationId xmlns:a16="http://schemas.microsoft.com/office/drawing/2014/main" id="{59DC41E4-2633-4509-BED4-99DC394FAFA8}"/>
              </a:ext>
            </a:extLst>
          </p:cNvPr>
          <p:cNvSpPr>
            <a:spLocks noGrp="1"/>
          </p:cNvSpPr>
          <p:nvPr>
            <p:ph type="ctrTitle"/>
          </p:nvPr>
        </p:nvSpPr>
        <p:spPr>
          <a:xfrm>
            <a:off x="4340792" y="318667"/>
            <a:ext cx="7546408" cy="549270"/>
          </a:xfrm>
        </p:spPr>
        <p:txBody>
          <a:bodyPr/>
          <a:lstStyle/>
          <a:p>
            <a:r>
              <a:rPr lang="en-US" dirty="0"/>
              <a:t>ADKAR Barrier Point</a:t>
            </a:r>
          </a:p>
        </p:txBody>
      </p:sp>
      <p:sp>
        <p:nvSpPr>
          <p:cNvPr id="77" name="TextBox 76">
            <a:extLst>
              <a:ext uri="{FF2B5EF4-FFF2-40B4-BE49-F238E27FC236}">
                <a16:creationId xmlns:a16="http://schemas.microsoft.com/office/drawing/2014/main" id="{5F926037-8D0C-42A6-9EDF-D4B3C95FF467}"/>
              </a:ext>
            </a:extLst>
          </p:cNvPr>
          <p:cNvSpPr txBox="1"/>
          <p:nvPr/>
        </p:nvSpPr>
        <p:spPr>
          <a:xfrm>
            <a:off x="205295" y="409939"/>
            <a:ext cx="3727016" cy="255454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Calibri"/>
                <a:ea typeface="+mn-ea"/>
                <a:cs typeface="+mn-cs"/>
              </a:rPr>
              <a:t>Defined as the first ADKAR element that is insufficient and impedes change progress. </a:t>
            </a:r>
          </a:p>
          <a:p>
            <a:pPr marL="0" marR="0" lvl="0" indent="0" algn="l" defTabSz="457200" rtl="0" eaLnBrk="1" fontAlgn="auto" latinLnBrk="0" hangingPunct="1">
              <a:lnSpc>
                <a:spcPct val="100000"/>
              </a:lnSpc>
              <a:spcBef>
                <a:spcPts val="0"/>
              </a:spcBef>
              <a:spcAft>
                <a:spcPts val="0"/>
              </a:spcAft>
              <a:buClrTx/>
              <a:buSzTx/>
              <a:buFontTx/>
              <a:buNone/>
              <a:tabLst/>
              <a:defRPr/>
            </a:pPr>
            <a:br>
              <a:rPr kumimoji="0" lang="en-US" sz="2400" b="0" i="0" u="none" strike="noStrike" kern="1200" cap="none" spc="0" normalizeH="0" baseline="0" noProof="0" dirty="0">
                <a:ln>
                  <a:noFill/>
                </a:ln>
                <a:solidFill>
                  <a:srgbClr val="FFFFFF"/>
                </a:solidFill>
                <a:effectLst/>
                <a:uLnTx/>
                <a:uFillTx/>
                <a:latin typeface="Calibri"/>
                <a:ea typeface="+mn-ea"/>
                <a:cs typeface="+mn-cs"/>
              </a:rPr>
            </a:b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78" name="TextBox 77">
            <a:extLst>
              <a:ext uri="{FF2B5EF4-FFF2-40B4-BE49-F238E27FC236}">
                <a16:creationId xmlns:a16="http://schemas.microsoft.com/office/drawing/2014/main" id="{BC755591-A120-4515-BE8A-825FFDD5A380}"/>
              </a:ext>
            </a:extLst>
          </p:cNvPr>
          <p:cNvSpPr txBox="1"/>
          <p:nvPr/>
        </p:nvSpPr>
        <p:spPr>
          <a:xfrm>
            <a:off x="147527" y="2764287"/>
            <a:ext cx="3635564" cy="3139321"/>
          </a:xfrm>
          <a:prstGeom prst="rect">
            <a:avLst/>
          </a:prstGeom>
          <a:noFill/>
        </p:spPr>
        <p:txBody>
          <a:bodyPr wrap="square" lIns="182880" tIns="182880" rIns="182880" bIns="18288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Calibri"/>
                <a:ea typeface="+mn-ea"/>
                <a:cs typeface="+mn-cs"/>
              </a:rPr>
              <a:t>The </a:t>
            </a:r>
            <a:r>
              <a:rPr kumimoji="0" lang="en-US" sz="2000" i="1" u="none" strike="noStrike" kern="1200" cap="none" spc="0" normalizeH="0" baseline="0" noProof="0" dirty="0">
                <a:ln>
                  <a:noFill/>
                </a:ln>
                <a:solidFill>
                  <a:srgbClr val="FFFFFF"/>
                </a:solidFill>
                <a:effectLst/>
                <a:uLnTx/>
                <a:uFillTx/>
                <a:latin typeface="Calibri"/>
                <a:ea typeface="+mn-ea"/>
                <a:cs typeface="+mn-cs"/>
              </a:rPr>
              <a:t>barrier point </a:t>
            </a:r>
            <a:r>
              <a:rPr kumimoji="0" lang="en-US" sz="2000" b="0" i="0" u="none" strike="noStrike" kern="1200" cap="none" spc="0" normalizeH="0" baseline="0" noProof="0" dirty="0">
                <a:ln>
                  <a:noFill/>
                </a:ln>
                <a:solidFill>
                  <a:srgbClr val="FFFFFF"/>
                </a:solidFill>
                <a:effectLst/>
                <a:uLnTx/>
                <a:uFillTx/>
                <a:latin typeface="Calibri"/>
                <a:ea typeface="+mn-ea"/>
                <a:cs typeface="+mn-cs"/>
              </a:rPr>
              <a:t>tells us where to focus our attention in order to make progress.</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Calibri"/>
                <a:ea typeface="+mn-ea"/>
                <a:cs typeface="+mn-cs"/>
              </a:rPr>
              <a:t>It can be very frustrating for people, and ineffective for the initiative, if our responses and adjustments are focused on the wrong ADKAR element.</a:t>
            </a:r>
          </a:p>
        </p:txBody>
      </p:sp>
      <p:sp>
        <p:nvSpPr>
          <p:cNvPr id="79" name="Rectangle 78">
            <a:extLst>
              <a:ext uri="{FF2B5EF4-FFF2-40B4-BE49-F238E27FC236}">
                <a16:creationId xmlns:a16="http://schemas.microsoft.com/office/drawing/2014/main" id="{6056F114-1F69-438E-87F9-D8A2B6E7A53B}"/>
              </a:ext>
            </a:extLst>
          </p:cNvPr>
          <p:cNvSpPr/>
          <p:nvPr/>
        </p:nvSpPr>
        <p:spPr>
          <a:xfrm>
            <a:off x="9563221" y="464024"/>
            <a:ext cx="2418162" cy="646331"/>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000000"/>
                </a:solidFill>
                <a:effectLst/>
                <a:uLnTx/>
                <a:uFillTx/>
                <a:latin typeface="Calibri"/>
                <a:ea typeface="+mn-ea"/>
                <a:cs typeface="+mn-cs"/>
              </a:rPr>
              <a:t>A score of “3” or feeling</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000000"/>
                </a:solidFill>
                <a:effectLst/>
                <a:uLnTx/>
                <a:uFillTx/>
                <a:latin typeface="Calibri"/>
                <a:ea typeface="+mn-ea"/>
                <a:cs typeface="+mn-cs"/>
              </a:rPr>
              <a:t>“neutral” is a barrier. </a:t>
            </a:r>
          </a:p>
        </p:txBody>
      </p:sp>
      <p:grpSp>
        <p:nvGrpSpPr>
          <p:cNvPr id="84" name="Group 83" descr="A bar chart depicting example ADKAR scores with the Ability bar circled as the barrier point.">
            <a:extLst>
              <a:ext uri="{FF2B5EF4-FFF2-40B4-BE49-F238E27FC236}">
                <a16:creationId xmlns:a16="http://schemas.microsoft.com/office/drawing/2014/main" id="{3147C9BA-1D3B-47C0-A312-B97E14600785}"/>
              </a:ext>
            </a:extLst>
          </p:cNvPr>
          <p:cNvGrpSpPr/>
          <p:nvPr/>
        </p:nvGrpSpPr>
        <p:grpSpPr>
          <a:xfrm>
            <a:off x="4426227" y="1351724"/>
            <a:ext cx="2806156" cy="2392240"/>
            <a:chOff x="4876800" y="1161278"/>
            <a:chExt cx="3114770" cy="2655332"/>
          </a:xfrm>
        </p:grpSpPr>
        <p:cxnSp>
          <p:nvCxnSpPr>
            <p:cNvPr id="5" name="Straight Connector 4">
              <a:extLst>
                <a:ext uri="{FF2B5EF4-FFF2-40B4-BE49-F238E27FC236}">
                  <a16:creationId xmlns:a16="http://schemas.microsoft.com/office/drawing/2014/main" id="{11629924-ED2E-4A05-81CB-FC3C182ADC40}"/>
                </a:ext>
              </a:extLst>
            </p:cNvPr>
            <p:cNvCxnSpPr/>
            <p:nvPr/>
          </p:nvCxnSpPr>
          <p:spPr>
            <a:xfrm>
              <a:off x="5043417" y="3357430"/>
              <a:ext cx="2948153"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FA10741B-A2F1-450C-9D61-4EF5A66389AD}"/>
                </a:ext>
              </a:extLst>
            </p:cNvPr>
            <p:cNvCxnSpPr/>
            <p:nvPr/>
          </p:nvCxnSpPr>
          <p:spPr>
            <a:xfrm flipH="1" flipV="1">
              <a:off x="5059289" y="1161281"/>
              <a:ext cx="789" cy="2210179"/>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D8CB0CF-D317-4CF6-ADC4-20E097D0B3C2}"/>
                </a:ext>
              </a:extLst>
            </p:cNvPr>
            <p:cNvCxnSpPr/>
            <p:nvPr/>
          </p:nvCxnSpPr>
          <p:spPr>
            <a:xfrm>
              <a:off x="4876800" y="1161278"/>
              <a:ext cx="36576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E64F594-EA2D-43EF-9A64-6F203FEF3D04}"/>
                </a:ext>
              </a:extLst>
            </p:cNvPr>
            <p:cNvCxnSpPr/>
            <p:nvPr/>
          </p:nvCxnSpPr>
          <p:spPr>
            <a:xfrm>
              <a:off x="4876800" y="2487386"/>
              <a:ext cx="36576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7E534F3-539D-4129-AFBC-745A3AA0129C}"/>
                </a:ext>
              </a:extLst>
            </p:cNvPr>
            <p:cNvCxnSpPr/>
            <p:nvPr/>
          </p:nvCxnSpPr>
          <p:spPr>
            <a:xfrm>
              <a:off x="4876800" y="2045350"/>
              <a:ext cx="36576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292BD9F-3011-4EC1-8616-9687EC948A5F}"/>
                </a:ext>
              </a:extLst>
            </p:cNvPr>
            <p:cNvCxnSpPr/>
            <p:nvPr/>
          </p:nvCxnSpPr>
          <p:spPr>
            <a:xfrm>
              <a:off x="4876800" y="2929422"/>
              <a:ext cx="36576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641BA59-1641-455D-9A4B-E56DE56C678D}"/>
                </a:ext>
              </a:extLst>
            </p:cNvPr>
            <p:cNvCxnSpPr/>
            <p:nvPr/>
          </p:nvCxnSpPr>
          <p:spPr>
            <a:xfrm>
              <a:off x="4876800" y="1603314"/>
              <a:ext cx="36576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E84A9B6-431F-471B-8EC4-2973486EF23F}"/>
                </a:ext>
              </a:extLst>
            </p:cNvPr>
            <p:cNvSpPr txBox="1"/>
            <p:nvPr/>
          </p:nvSpPr>
          <p:spPr>
            <a:xfrm>
              <a:off x="5400767" y="3447278"/>
              <a:ext cx="324128"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a:ea typeface="+mn-ea"/>
                  <a:cs typeface="+mn-cs"/>
                </a:rPr>
                <a:t>A</a:t>
              </a:r>
            </a:p>
          </p:txBody>
        </p:sp>
        <p:sp>
          <p:nvSpPr>
            <p:cNvPr id="13" name="TextBox 12">
              <a:extLst>
                <a:ext uri="{FF2B5EF4-FFF2-40B4-BE49-F238E27FC236}">
                  <a16:creationId xmlns:a16="http://schemas.microsoft.com/office/drawing/2014/main" id="{C608E77D-A83E-4890-AED4-D867D130E993}"/>
                </a:ext>
              </a:extLst>
            </p:cNvPr>
            <p:cNvSpPr txBox="1"/>
            <p:nvPr/>
          </p:nvSpPr>
          <p:spPr>
            <a:xfrm>
              <a:off x="5935770" y="3447278"/>
              <a:ext cx="330540"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a:ea typeface="+mn-ea"/>
                  <a:cs typeface="+mn-cs"/>
                </a:rPr>
                <a:t>D</a:t>
              </a:r>
            </a:p>
          </p:txBody>
        </p:sp>
        <p:sp>
          <p:nvSpPr>
            <p:cNvPr id="14" name="TextBox 13">
              <a:extLst>
                <a:ext uri="{FF2B5EF4-FFF2-40B4-BE49-F238E27FC236}">
                  <a16:creationId xmlns:a16="http://schemas.microsoft.com/office/drawing/2014/main" id="{8C40DAE5-87A2-42F1-8CC4-208A82D984CC}"/>
                </a:ext>
              </a:extLst>
            </p:cNvPr>
            <p:cNvSpPr txBox="1"/>
            <p:nvPr/>
          </p:nvSpPr>
          <p:spPr>
            <a:xfrm>
              <a:off x="6477185" y="3447278"/>
              <a:ext cx="311304"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a:ea typeface="+mn-ea"/>
                  <a:cs typeface="+mn-cs"/>
                </a:rPr>
                <a:t>K</a:t>
              </a:r>
            </a:p>
          </p:txBody>
        </p:sp>
        <p:sp>
          <p:nvSpPr>
            <p:cNvPr id="15" name="TextBox 14">
              <a:extLst>
                <a:ext uri="{FF2B5EF4-FFF2-40B4-BE49-F238E27FC236}">
                  <a16:creationId xmlns:a16="http://schemas.microsoft.com/office/drawing/2014/main" id="{C3F4E820-4CCD-482F-A450-F01648389B47}"/>
                </a:ext>
              </a:extLst>
            </p:cNvPr>
            <p:cNvSpPr txBox="1"/>
            <p:nvPr/>
          </p:nvSpPr>
          <p:spPr>
            <a:xfrm>
              <a:off x="6999364" y="3447278"/>
              <a:ext cx="324128"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a:ea typeface="+mn-ea"/>
                  <a:cs typeface="+mn-cs"/>
                </a:rPr>
                <a:t>A</a:t>
              </a:r>
            </a:p>
          </p:txBody>
        </p:sp>
        <p:sp>
          <p:nvSpPr>
            <p:cNvPr id="16" name="TextBox 15">
              <a:extLst>
                <a:ext uri="{FF2B5EF4-FFF2-40B4-BE49-F238E27FC236}">
                  <a16:creationId xmlns:a16="http://schemas.microsoft.com/office/drawing/2014/main" id="{9F5E44D2-2E82-4C44-97F5-BFA3E88476D5}"/>
                </a:ext>
              </a:extLst>
            </p:cNvPr>
            <p:cNvSpPr txBox="1"/>
            <p:nvPr/>
          </p:nvSpPr>
          <p:spPr>
            <a:xfrm>
              <a:off x="7534367" y="3447278"/>
              <a:ext cx="314510"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a:ea typeface="+mn-ea"/>
                  <a:cs typeface="+mn-cs"/>
                </a:rPr>
                <a:t>R</a:t>
              </a:r>
            </a:p>
          </p:txBody>
        </p:sp>
        <p:sp>
          <p:nvSpPr>
            <p:cNvPr id="17" name="Rectangle 16">
              <a:extLst>
                <a:ext uri="{FF2B5EF4-FFF2-40B4-BE49-F238E27FC236}">
                  <a16:creationId xmlns:a16="http://schemas.microsoft.com/office/drawing/2014/main" id="{E0285C9D-408E-41DD-979A-1D64EC6DD372}"/>
                </a:ext>
              </a:extLst>
            </p:cNvPr>
            <p:cNvSpPr/>
            <p:nvPr/>
          </p:nvSpPr>
          <p:spPr>
            <a:xfrm>
              <a:off x="5400767" y="1165098"/>
              <a:ext cx="324128" cy="2173227"/>
            </a:xfrm>
            <a:prstGeom prst="rect">
              <a:avLst/>
            </a:prstGeom>
            <a:solidFill>
              <a:schemeClr val="accent1">
                <a:lumMod val="40000"/>
                <a:lumOff val="6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37298849-04C8-49D2-A44E-C41BB2822448}"/>
                </a:ext>
              </a:extLst>
            </p:cNvPr>
            <p:cNvSpPr/>
            <p:nvPr/>
          </p:nvSpPr>
          <p:spPr>
            <a:xfrm>
              <a:off x="5938976" y="1603316"/>
              <a:ext cx="327334" cy="1735009"/>
            </a:xfrm>
            <a:prstGeom prst="rect">
              <a:avLst/>
            </a:prstGeom>
            <a:solidFill>
              <a:schemeClr val="accent1">
                <a:lumMod val="40000"/>
                <a:lumOff val="6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9" name="Rectangle 18">
              <a:extLst>
                <a:ext uri="{FF2B5EF4-FFF2-40B4-BE49-F238E27FC236}">
                  <a16:creationId xmlns:a16="http://schemas.microsoft.com/office/drawing/2014/main" id="{2D342AA1-F116-4DAB-9B79-7668FCCCFDF4}"/>
                </a:ext>
              </a:extLst>
            </p:cNvPr>
            <p:cNvSpPr/>
            <p:nvPr/>
          </p:nvSpPr>
          <p:spPr>
            <a:xfrm>
              <a:off x="6470773" y="1603318"/>
              <a:ext cx="324128" cy="1735007"/>
            </a:xfrm>
            <a:prstGeom prst="rect">
              <a:avLst/>
            </a:prstGeom>
            <a:solidFill>
              <a:schemeClr val="accent1">
                <a:lumMod val="40000"/>
                <a:lumOff val="6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0" name="Rectangle 19">
              <a:extLst>
                <a:ext uri="{FF2B5EF4-FFF2-40B4-BE49-F238E27FC236}">
                  <a16:creationId xmlns:a16="http://schemas.microsoft.com/office/drawing/2014/main" id="{E876B57C-A17A-4643-B0E5-B6EE6EBF67A1}"/>
                </a:ext>
              </a:extLst>
            </p:cNvPr>
            <p:cNvSpPr/>
            <p:nvPr/>
          </p:nvSpPr>
          <p:spPr>
            <a:xfrm>
              <a:off x="6999364" y="2487390"/>
              <a:ext cx="324128" cy="850935"/>
            </a:xfrm>
            <a:prstGeom prst="rect">
              <a:avLst/>
            </a:prstGeom>
            <a:solidFill>
              <a:schemeClr val="accent1">
                <a:lumMod val="40000"/>
                <a:lumOff val="6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1" name="Rectangle 20">
              <a:extLst>
                <a:ext uri="{FF2B5EF4-FFF2-40B4-BE49-F238E27FC236}">
                  <a16:creationId xmlns:a16="http://schemas.microsoft.com/office/drawing/2014/main" id="{240899C4-7F32-48EF-A676-4A92AD5B68CE}"/>
                </a:ext>
              </a:extLst>
            </p:cNvPr>
            <p:cNvSpPr/>
            <p:nvPr/>
          </p:nvSpPr>
          <p:spPr>
            <a:xfrm>
              <a:off x="7530955" y="2929425"/>
              <a:ext cx="324128" cy="408899"/>
            </a:xfrm>
            <a:prstGeom prst="rect">
              <a:avLst/>
            </a:prstGeom>
            <a:solidFill>
              <a:schemeClr val="accent1">
                <a:lumMod val="40000"/>
                <a:lumOff val="6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grpSp>
      <p:grpSp>
        <p:nvGrpSpPr>
          <p:cNvPr id="85" name="Group 84" descr="A bar chart depicting example ADKAR scores with the Awareness bar circled as the barrier point.">
            <a:extLst>
              <a:ext uri="{FF2B5EF4-FFF2-40B4-BE49-F238E27FC236}">
                <a16:creationId xmlns:a16="http://schemas.microsoft.com/office/drawing/2014/main" id="{6137E7B6-92BE-4635-8019-133BF8B75DCD}"/>
              </a:ext>
            </a:extLst>
          </p:cNvPr>
          <p:cNvGrpSpPr/>
          <p:nvPr/>
        </p:nvGrpSpPr>
        <p:grpSpPr>
          <a:xfrm>
            <a:off x="8095750" y="1351725"/>
            <a:ext cx="2806156" cy="2392240"/>
            <a:chOff x="8220170" y="1161279"/>
            <a:chExt cx="3114770" cy="2655332"/>
          </a:xfrm>
        </p:grpSpPr>
        <p:cxnSp>
          <p:nvCxnSpPr>
            <p:cNvPr id="22" name="Straight Connector 21">
              <a:extLst>
                <a:ext uri="{FF2B5EF4-FFF2-40B4-BE49-F238E27FC236}">
                  <a16:creationId xmlns:a16="http://schemas.microsoft.com/office/drawing/2014/main" id="{ACC4CBC2-C0C8-4FC7-BC06-DCCD656096B8}"/>
                </a:ext>
              </a:extLst>
            </p:cNvPr>
            <p:cNvCxnSpPr/>
            <p:nvPr/>
          </p:nvCxnSpPr>
          <p:spPr>
            <a:xfrm>
              <a:off x="8386787" y="3357431"/>
              <a:ext cx="2948153"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33DE789-4AFE-405B-A831-3A7E6BA4B9B2}"/>
                </a:ext>
              </a:extLst>
            </p:cNvPr>
            <p:cNvCxnSpPr/>
            <p:nvPr/>
          </p:nvCxnSpPr>
          <p:spPr>
            <a:xfrm flipH="1" flipV="1">
              <a:off x="8402659" y="1161282"/>
              <a:ext cx="789" cy="2210179"/>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B39D88D-DFA3-4759-ADAF-AF02CBD6737F}"/>
                </a:ext>
              </a:extLst>
            </p:cNvPr>
            <p:cNvCxnSpPr/>
            <p:nvPr/>
          </p:nvCxnSpPr>
          <p:spPr>
            <a:xfrm>
              <a:off x="8220170" y="1161279"/>
              <a:ext cx="36576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7C42077-D623-4E36-A6CA-BE7BC77E6BEA}"/>
                </a:ext>
              </a:extLst>
            </p:cNvPr>
            <p:cNvCxnSpPr/>
            <p:nvPr/>
          </p:nvCxnSpPr>
          <p:spPr>
            <a:xfrm>
              <a:off x="8220170" y="2487387"/>
              <a:ext cx="36576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FB41BDD-7A84-4C3C-A5E0-A966D0D118DA}"/>
                </a:ext>
              </a:extLst>
            </p:cNvPr>
            <p:cNvCxnSpPr/>
            <p:nvPr/>
          </p:nvCxnSpPr>
          <p:spPr>
            <a:xfrm>
              <a:off x="8220170" y="2045351"/>
              <a:ext cx="36576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B017E78-8A09-4CA2-B6E8-C7F5C948214F}"/>
                </a:ext>
              </a:extLst>
            </p:cNvPr>
            <p:cNvCxnSpPr/>
            <p:nvPr/>
          </p:nvCxnSpPr>
          <p:spPr>
            <a:xfrm>
              <a:off x="8220170" y="2929423"/>
              <a:ext cx="36576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E5D1C7A-DA73-4A0D-A51F-517404C79AAC}"/>
                </a:ext>
              </a:extLst>
            </p:cNvPr>
            <p:cNvCxnSpPr/>
            <p:nvPr/>
          </p:nvCxnSpPr>
          <p:spPr>
            <a:xfrm>
              <a:off x="8220170" y="1603315"/>
              <a:ext cx="36576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B7C357B2-EA89-4E68-96DA-CA92798DF0D2}"/>
                </a:ext>
              </a:extLst>
            </p:cNvPr>
            <p:cNvSpPr txBox="1"/>
            <p:nvPr/>
          </p:nvSpPr>
          <p:spPr>
            <a:xfrm>
              <a:off x="8744137" y="3447279"/>
              <a:ext cx="324128"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a:ea typeface="+mn-ea"/>
                  <a:cs typeface="+mn-cs"/>
                </a:rPr>
                <a:t>A</a:t>
              </a:r>
            </a:p>
          </p:txBody>
        </p:sp>
        <p:sp>
          <p:nvSpPr>
            <p:cNvPr id="30" name="TextBox 29">
              <a:extLst>
                <a:ext uri="{FF2B5EF4-FFF2-40B4-BE49-F238E27FC236}">
                  <a16:creationId xmlns:a16="http://schemas.microsoft.com/office/drawing/2014/main" id="{491BD79A-B154-431C-9EAD-0FEEACC3DC61}"/>
                </a:ext>
              </a:extLst>
            </p:cNvPr>
            <p:cNvSpPr txBox="1"/>
            <p:nvPr/>
          </p:nvSpPr>
          <p:spPr>
            <a:xfrm>
              <a:off x="9279140" y="3447279"/>
              <a:ext cx="330540"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a:ea typeface="+mn-ea"/>
                  <a:cs typeface="+mn-cs"/>
                </a:rPr>
                <a:t>D</a:t>
              </a:r>
            </a:p>
          </p:txBody>
        </p:sp>
        <p:sp>
          <p:nvSpPr>
            <p:cNvPr id="31" name="TextBox 30">
              <a:extLst>
                <a:ext uri="{FF2B5EF4-FFF2-40B4-BE49-F238E27FC236}">
                  <a16:creationId xmlns:a16="http://schemas.microsoft.com/office/drawing/2014/main" id="{5E24E7ED-2E1F-4B4E-A1AB-F5670664A399}"/>
                </a:ext>
              </a:extLst>
            </p:cNvPr>
            <p:cNvSpPr txBox="1"/>
            <p:nvPr/>
          </p:nvSpPr>
          <p:spPr>
            <a:xfrm>
              <a:off x="9820555" y="3447279"/>
              <a:ext cx="311304"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a:ea typeface="+mn-ea"/>
                  <a:cs typeface="+mn-cs"/>
                </a:rPr>
                <a:t>K</a:t>
              </a:r>
            </a:p>
          </p:txBody>
        </p:sp>
        <p:sp>
          <p:nvSpPr>
            <p:cNvPr id="32" name="TextBox 31">
              <a:extLst>
                <a:ext uri="{FF2B5EF4-FFF2-40B4-BE49-F238E27FC236}">
                  <a16:creationId xmlns:a16="http://schemas.microsoft.com/office/drawing/2014/main" id="{512F939B-52A3-4702-9450-207C083ACF98}"/>
                </a:ext>
              </a:extLst>
            </p:cNvPr>
            <p:cNvSpPr txBox="1"/>
            <p:nvPr/>
          </p:nvSpPr>
          <p:spPr>
            <a:xfrm>
              <a:off x="10342734" y="3447279"/>
              <a:ext cx="324128"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a:ea typeface="+mn-ea"/>
                  <a:cs typeface="+mn-cs"/>
                </a:rPr>
                <a:t>A</a:t>
              </a:r>
            </a:p>
          </p:txBody>
        </p:sp>
        <p:sp>
          <p:nvSpPr>
            <p:cNvPr id="33" name="TextBox 32">
              <a:extLst>
                <a:ext uri="{FF2B5EF4-FFF2-40B4-BE49-F238E27FC236}">
                  <a16:creationId xmlns:a16="http://schemas.microsoft.com/office/drawing/2014/main" id="{C7EAE04A-0487-43EA-98ED-9F1AF0E1D12F}"/>
                </a:ext>
              </a:extLst>
            </p:cNvPr>
            <p:cNvSpPr txBox="1"/>
            <p:nvPr/>
          </p:nvSpPr>
          <p:spPr>
            <a:xfrm>
              <a:off x="10877737" y="3447279"/>
              <a:ext cx="314510"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a:ea typeface="+mn-ea"/>
                  <a:cs typeface="+mn-cs"/>
                </a:rPr>
                <a:t>R</a:t>
              </a:r>
            </a:p>
          </p:txBody>
        </p:sp>
        <p:sp>
          <p:nvSpPr>
            <p:cNvPr id="34" name="Rectangle 33">
              <a:extLst>
                <a:ext uri="{FF2B5EF4-FFF2-40B4-BE49-F238E27FC236}">
                  <a16:creationId xmlns:a16="http://schemas.microsoft.com/office/drawing/2014/main" id="{D82BDD5E-1AB2-4D93-8704-E3ECDB3EFA83}"/>
                </a:ext>
              </a:extLst>
            </p:cNvPr>
            <p:cNvSpPr/>
            <p:nvPr/>
          </p:nvSpPr>
          <p:spPr>
            <a:xfrm>
              <a:off x="8744137" y="2045352"/>
              <a:ext cx="324128" cy="1292973"/>
            </a:xfrm>
            <a:prstGeom prst="rect">
              <a:avLst/>
            </a:prstGeom>
            <a:solidFill>
              <a:schemeClr val="accent1">
                <a:lumMod val="40000"/>
                <a:lumOff val="6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35" name="Rectangle 34">
              <a:extLst>
                <a:ext uri="{FF2B5EF4-FFF2-40B4-BE49-F238E27FC236}">
                  <a16:creationId xmlns:a16="http://schemas.microsoft.com/office/drawing/2014/main" id="{5FA0928D-87E5-4BA0-89E7-BD8A93C19C74}"/>
                </a:ext>
              </a:extLst>
            </p:cNvPr>
            <p:cNvSpPr/>
            <p:nvPr/>
          </p:nvSpPr>
          <p:spPr>
            <a:xfrm>
              <a:off x="9282346" y="2929426"/>
              <a:ext cx="327334" cy="408899"/>
            </a:xfrm>
            <a:prstGeom prst="rect">
              <a:avLst/>
            </a:prstGeom>
            <a:solidFill>
              <a:schemeClr val="accent1">
                <a:lumMod val="40000"/>
                <a:lumOff val="6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36" name="Rectangle 35">
              <a:extLst>
                <a:ext uri="{FF2B5EF4-FFF2-40B4-BE49-F238E27FC236}">
                  <a16:creationId xmlns:a16="http://schemas.microsoft.com/office/drawing/2014/main" id="{8D915947-B587-4069-BFBC-F8AF28EDDD9B}"/>
                </a:ext>
              </a:extLst>
            </p:cNvPr>
            <p:cNvSpPr/>
            <p:nvPr/>
          </p:nvSpPr>
          <p:spPr>
            <a:xfrm>
              <a:off x="9814143" y="1603316"/>
              <a:ext cx="317716" cy="1735009"/>
            </a:xfrm>
            <a:prstGeom prst="rect">
              <a:avLst/>
            </a:prstGeom>
            <a:solidFill>
              <a:schemeClr val="accent1">
                <a:lumMod val="40000"/>
                <a:lumOff val="6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37" name="Rectangle 36">
              <a:extLst>
                <a:ext uri="{FF2B5EF4-FFF2-40B4-BE49-F238E27FC236}">
                  <a16:creationId xmlns:a16="http://schemas.microsoft.com/office/drawing/2014/main" id="{DEBD83C7-E0BD-47AF-984B-508507F0DE1D}"/>
                </a:ext>
              </a:extLst>
            </p:cNvPr>
            <p:cNvSpPr/>
            <p:nvPr/>
          </p:nvSpPr>
          <p:spPr>
            <a:xfrm>
              <a:off x="10342734" y="1603316"/>
              <a:ext cx="324128" cy="1735009"/>
            </a:xfrm>
            <a:prstGeom prst="rect">
              <a:avLst/>
            </a:prstGeom>
            <a:solidFill>
              <a:schemeClr val="accent1">
                <a:lumMod val="40000"/>
                <a:lumOff val="6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A1A8C159-EFAA-4834-B5C4-3F56A733CA1B}"/>
                </a:ext>
              </a:extLst>
            </p:cNvPr>
            <p:cNvSpPr/>
            <p:nvPr/>
          </p:nvSpPr>
          <p:spPr>
            <a:xfrm>
              <a:off x="10874325" y="2487389"/>
              <a:ext cx="317922" cy="850935"/>
            </a:xfrm>
            <a:prstGeom prst="rect">
              <a:avLst/>
            </a:prstGeom>
            <a:solidFill>
              <a:schemeClr val="accent1">
                <a:lumMod val="40000"/>
                <a:lumOff val="6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grpSp>
      <p:grpSp>
        <p:nvGrpSpPr>
          <p:cNvPr id="87" name="Group 86" descr="A bar chart depicting example ADKAR scores with the Desire bar circled as the barrier point.">
            <a:extLst>
              <a:ext uri="{FF2B5EF4-FFF2-40B4-BE49-F238E27FC236}">
                <a16:creationId xmlns:a16="http://schemas.microsoft.com/office/drawing/2014/main" id="{01F4223C-66B8-47DE-A9C3-223FB733C0E8}"/>
              </a:ext>
            </a:extLst>
          </p:cNvPr>
          <p:cNvGrpSpPr/>
          <p:nvPr/>
        </p:nvGrpSpPr>
        <p:grpSpPr>
          <a:xfrm>
            <a:off x="4490564" y="3920690"/>
            <a:ext cx="2683192" cy="2392240"/>
            <a:chOff x="4948213" y="3657600"/>
            <a:chExt cx="2978283" cy="2655332"/>
          </a:xfrm>
        </p:grpSpPr>
        <p:cxnSp>
          <p:nvCxnSpPr>
            <p:cNvPr id="40" name="Straight Connector 39">
              <a:extLst>
                <a:ext uri="{FF2B5EF4-FFF2-40B4-BE49-F238E27FC236}">
                  <a16:creationId xmlns:a16="http://schemas.microsoft.com/office/drawing/2014/main" id="{CC6B4D20-BBBB-48B3-BE60-4A6CED40D1EB}"/>
                </a:ext>
              </a:extLst>
            </p:cNvPr>
            <p:cNvCxnSpPr/>
            <p:nvPr/>
          </p:nvCxnSpPr>
          <p:spPr>
            <a:xfrm flipH="1" flipV="1">
              <a:off x="5130702" y="3657603"/>
              <a:ext cx="789" cy="2210179"/>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AE2B51F2-6717-4EA3-B15E-1BDF8C2DD8D5}"/>
                </a:ext>
              </a:extLst>
            </p:cNvPr>
            <p:cNvCxnSpPr/>
            <p:nvPr/>
          </p:nvCxnSpPr>
          <p:spPr>
            <a:xfrm>
              <a:off x="4948213" y="3657600"/>
              <a:ext cx="36576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5449C2B-07B4-408B-B095-7B82A85DA143}"/>
                </a:ext>
              </a:extLst>
            </p:cNvPr>
            <p:cNvCxnSpPr/>
            <p:nvPr/>
          </p:nvCxnSpPr>
          <p:spPr>
            <a:xfrm>
              <a:off x="4948213" y="4983708"/>
              <a:ext cx="36576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CB8CA230-507B-499A-AD44-5BAD780B9449}"/>
                </a:ext>
              </a:extLst>
            </p:cNvPr>
            <p:cNvCxnSpPr/>
            <p:nvPr/>
          </p:nvCxnSpPr>
          <p:spPr>
            <a:xfrm>
              <a:off x="4948213" y="4541672"/>
              <a:ext cx="36576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7CB465D2-3BCC-4E3A-967C-4157D6B5EB9D}"/>
                </a:ext>
              </a:extLst>
            </p:cNvPr>
            <p:cNvCxnSpPr/>
            <p:nvPr/>
          </p:nvCxnSpPr>
          <p:spPr>
            <a:xfrm>
              <a:off x="4948213" y="5425744"/>
              <a:ext cx="36576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9B347437-9080-4492-93EB-3779AD2EE4CC}"/>
                </a:ext>
              </a:extLst>
            </p:cNvPr>
            <p:cNvCxnSpPr/>
            <p:nvPr/>
          </p:nvCxnSpPr>
          <p:spPr>
            <a:xfrm>
              <a:off x="4948213" y="4099636"/>
              <a:ext cx="36576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E69BBA15-51D4-4FAC-A9A5-5721F5218590}"/>
                </a:ext>
              </a:extLst>
            </p:cNvPr>
            <p:cNvSpPr txBox="1"/>
            <p:nvPr/>
          </p:nvSpPr>
          <p:spPr>
            <a:xfrm>
              <a:off x="5472180" y="5943600"/>
              <a:ext cx="324128"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a:ea typeface="+mn-ea"/>
                  <a:cs typeface="+mn-cs"/>
                </a:rPr>
                <a:t>A</a:t>
              </a:r>
            </a:p>
          </p:txBody>
        </p:sp>
        <p:sp>
          <p:nvSpPr>
            <p:cNvPr id="47" name="TextBox 46">
              <a:extLst>
                <a:ext uri="{FF2B5EF4-FFF2-40B4-BE49-F238E27FC236}">
                  <a16:creationId xmlns:a16="http://schemas.microsoft.com/office/drawing/2014/main" id="{B06BF034-8549-4C1C-BA61-88CEB1A943F9}"/>
                </a:ext>
              </a:extLst>
            </p:cNvPr>
            <p:cNvSpPr txBox="1"/>
            <p:nvPr/>
          </p:nvSpPr>
          <p:spPr>
            <a:xfrm>
              <a:off x="6007183" y="5943600"/>
              <a:ext cx="330540"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a:ea typeface="+mn-ea"/>
                  <a:cs typeface="+mn-cs"/>
                </a:rPr>
                <a:t>D</a:t>
              </a:r>
            </a:p>
          </p:txBody>
        </p:sp>
        <p:sp>
          <p:nvSpPr>
            <p:cNvPr id="48" name="TextBox 47">
              <a:extLst>
                <a:ext uri="{FF2B5EF4-FFF2-40B4-BE49-F238E27FC236}">
                  <a16:creationId xmlns:a16="http://schemas.microsoft.com/office/drawing/2014/main" id="{1EC75C35-A047-48F0-BC52-6C1C826274A6}"/>
                </a:ext>
              </a:extLst>
            </p:cNvPr>
            <p:cNvSpPr txBox="1"/>
            <p:nvPr/>
          </p:nvSpPr>
          <p:spPr>
            <a:xfrm>
              <a:off x="6548598" y="5943600"/>
              <a:ext cx="311304"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a:ea typeface="+mn-ea"/>
                  <a:cs typeface="+mn-cs"/>
                </a:rPr>
                <a:t>K</a:t>
              </a:r>
            </a:p>
          </p:txBody>
        </p:sp>
        <p:sp>
          <p:nvSpPr>
            <p:cNvPr id="49" name="TextBox 48">
              <a:extLst>
                <a:ext uri="{FF2B5EF4-FFF2-40B4-BE49-F238E27FC236}">
                  <a16:creationId xmlns:a16="http://schemas.microsoft.com/office/drawing/2014/main" id="{EA230D71-775C-44DB-A3C2-1C46E4F26936}"/>
                </a:ext>
              </a:extLst>
            </p:cNvPr>
            <p:cNvSpPr txBox="1"/>
            <p:nvPr/>
          </p:nvSpPr>
          <p:spPr>
            <a:xfrm>
              <a:off x="7070777" y="5943600"/>
              <a:ext cx="324128"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a:ea typeface="+mn-ea"/>
                  <a:cs typeface="+mn-cs"/>
                </a:rPr>
                <a:t>A</a:t>
              </a:r>
            </a:p>
          </p:txBody>
        </p:sp>
        <p:sp>
          <p:nvSpPr>
            <p:cNvPr id="50" name="TextBox 49">
              <a:extLst>
                <a:ext uri="{FF2B5EF4-FFF2-40B4-BE49-F238E27FC236}">
                  <a16:creationId xmlns:a16="http://schemas.microsoft.com/office/drawing/2014/main" id="{563DD210-FA34-43D3-988E-B42EA49D70C4}"/>
                </a:ext>
              </a:extLst>
            </p:cNvPr>
            <p:cNvSpPr txBox="1"/>
            <p:nvPr/>
          </p:nvSpPr>
          <p:spPr>
            <a:xfrm>
              <a:off x="7605780" y="5943600"/>
              <a:ext cx="314510"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a:ea typeface="+mn-ea"/>
                  <a:cs typeface="+mn-cs"/>
                </a:rPr>
                <a:t>R</a:t>
              </a:r>
            </a:p>
          </p:txBody>
        </p:sp>
        <p:sp>
          <p:nvSpPr>
            <p:cNvPr id="51" name="Rectangle 50">
              <a:extLst>
                <a:ext uri="{FF2B5EF4-FFF2-40B4-BE49-F238E27FC236}">
                  <a16:creationId xmlns:a16="http://schemas.microsoft.com/office/drawing/2014/main" id="{C3CC51E5-CDAD-402E-819F-FE4135D9C7D5}"/>
                </a:ext>
              </a:extLst>
            </p:cNvPr>
            <p:cNvSpPr/>
            <p:nvPr/>
          </p:nvSpPr>
          <p:spPr>
            <a:xfrm>
              <a:off x="5472180" y="4099638"/>
              <a:ext cx="324128" cy="1735009"/>
            </a:xfrm>
            <a:prstGeom prst="rect">
              <a:avLst/>
            </a:prstGeom>
            <a:solidFill>
              <a:schemeClr val="accent1">
                <a:lumMod val="40000"/>
                <a:lumOff val="6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52" name="Rectangle 51">
              <a:extLst>
                <a:ext uri="{FF2B5EF4-FFF2-40B4-BE49-F238E27FC236}">
                  <a16:creationId xmlns:a16="http://schemas.microsoft.com/office/drawing/2014/main" id="{B8FD47E4-809C-45BF-A825-D690677D038C}"/>
                </a:ext>
              </a:extLst>
            </p:cNvPr>
            <p:cNvSpPr/>
            <p:nvPr/>
          </p:nvSpPr>
          <p:spPr>
            <a:xfrm>
              <a:off x="6010389" y="5425748"/>
              <a:ext cx="327334" cy="408899"/>
            </a:xfrm>
            <a:prstGeom prst="rect">
              <a:avLst/>
            </a:prstGeom>
            <a:solidFill>
              <a:schemeClr val="accent1">
                <a:lumMod val="40000"/>
                <a:lumOff val="6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53" name="Rectangle 52">
              <a:extLst>
                <a:ext uri="{FF2B5EF4-FFF2-40B4-BE49-F238E27FC236}">
                  <a16:creationId xmlns:a16="http://schemas.microsoft.com/office/drawing/2014/main" id="{5C94E123-0C66-4462-B690-BE2C9D27058F}"/>
                </a:ext>
              </a:extLst>
            </p:cNvPr>
            <p:cNvSpPr/>
            <p:nvPr/>
          </p:nvSpPr>
          <p:spPr>
            <a:xfrm>
              <a:off x="6542186" y="5425747"/>
              <a:ext cx="324128" cy="408899"/>
            </a:xfrm>
            <a:prstGeom prst="rect">
              <a:avLst/>
            </a:prstGeom>
            <a:solidFill>
              <a:schemeClr val="accent1">
                <a:lumMod val="40000"/>
                <a:lumOff val="6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54" name="Rectangle 53">
              <a:extLst>
                <a:ext uri="{FF2B5EF4-FFF2-40B4-BE49-F238E27FC236}">
                  <a16:creationId xmlns:a16="http://schemas.microsoft.com/office/drawing/2014/main" id="{4C6700B4-8A44-4D1A-B36A-A534F913EAA9}"/>
                </a:ext>
              </a:extLst>
            </p:cNvPr>
            <p:cNvSpPr/>
            <p:nvPr/>
          </p:nvSpPr>
          <p:spPr>
            <a:xfrm>
              <a:off x="7070777" y="5425748"/>
              <a:ext cx="324128" cy="408899"/>
            </a:xfrm>
            <a:prstGeom prst="rect">
              <a:avLst/>
            </a:prstGeom>
            <a:solidFill>
              <a:schemeClr val="accent1">
                <a:lumMod val="40000"/>
                <a:lumOff val="6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55" name="Rectangle 54">
              <a:extLst>
                <a:ext uri="{FF2B5EF4-FFF2-40B4-BE49-F238E27FC236}">
                  <a16:creationId xmlns:a16="http://schemas.microsoft.com/office/drawing/2014/main" id="{BB3B6421-75C0-4690-B757-8E16431CB221}"/>
                </a:ext>
              </a:extLst>
            </p:cNvPr>
            <p:cNvSpPr/>
            <p:nvPr/>
          </p:nvSpPr>
          <p:spPr>
            <a:xfrm>
              <a:off x="7602368" y="4541672"/>
              <a:ext cx="324128" cy="1292972"/>
            </a:xfrm>
            <a:prstGeom prst="rect">
              <a:avLst/>
            </a:prstGeom>
            <a:solidFill>
              <a:schemeClr val="accent1">
                <a:lumMod val="40000"/>
                <a:lumOff val="6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grpSp>
      <p:grpSp>
        <p:nvGrpSpPr>
          <p:cNvPr id="88" name="Group 87" descr="A bar chart depicting example ADKAR scores with the Awareness bar circled as the barrier point.">
            <a:extLst>
              <a:ext uri="{FF2B5EF4-FFF2-40B4-BE49-F238E27FC236}">
                <a16:creationId xmlns:a16="http://schemas.microsoft.com/office/drawing/2014/main" id="{13934EA6-D381-43F3-ADA6-D87F94B991A4}"/>
              </a:ext>
            </a:extLst>
          </p:cNvPr>
          <p:cNvGrpSpPr/>
          <p:nvPr/>
        </p:nvGrpSpPr>
        <p:grpSpPr>
          <a:xfrm>
            <a:off x="8160087" y="3920691"/>
            <a:ext cx="2806156" cy="2392240"/>
            <a:chOff x="8291583" y="3657601"/>
            <a:chExt cx="3114770" cy="2655332"/>
          </a:xfrm>
        </p:grpSpPr>
        <p:cxnSp>
          <p:nvCxnSpPr>
            <p:cNvPr id="56" name="Straight Connector 55">
              <a:extLst>
                <a:ext uri="{FF2B5EF4-FFF2-40B4-BE49-F238E27FC236}">
                  <a16:creationId xmlns:a16="http://schemas.microsoft.com/office/drawing/2014/main" id="{093C8064-1FF4-4DC4-AB0B-CB782C4AC5B9}"/>
                </a:ext>
              </a:extLst>
            </p:cNvPr>
            <p:cNvCxnSpPr/>
            <p:nvPr/>
          </p:nvCxnSpPr>
          <p:spPr>
            <a:xfrm>
              <a:off x="8458200" y="5853753"/>
              <a:ext cx="2948153"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EEFD77B2-F489-4596-9C56-6B7DE8B9DC65}"/>
                </a:ext>
              </a:extLst>
            </p:cNvPr>
            <p:cNvCxnSpPr/>
            <p:nvPr/>
          </p:nvCxnSpPr>
          <p:spPr>
            <a:xfrm flipH="1" flipV="1">
              <a:off x="8474072" y="3657604"/>
              <a:ext cx="789" cy="2210179"/>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EA312ABE-8A4C-4A57-AEDC-18645C7AE330}"/>
                </a:ext>
              </a:extLst>
            </p:cNvPr>
            <p:cNvCxnSpPr/>
            <p:nvPr/>
          </p:nvCxnSpPr>
          <p:spPr>
            <a:xfrm>
              <a:off x="8291583" y="3657601"/>
              <a:ext cx="36576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A7E01E12-ABF3-42C0-A6B3-9CCBB4EF5635}"/>
                </a:ext>
              </a:extLst>
            </p:cNvPr>
            <p:cNvCxnSpPr/>
            <p:nvPr/>
          </p:nvCxnSpPr>
          <p:spPr>
            <a:xfrm>
              <a:off x="8291583" y="4983709"/>
              <a:ext cx="36576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E37A0E2A-C239-4396-8B62-0A36E7C858C3}"/>
                </a:ext>
              </a:extLst>
            </p:cNvPr>
            <p:cNvCxnSpPr/>
            <p:nvPr/>
          </p:nvCxnSpPr>
          <p:spPr>
            <a:xfrm>
              <a:off x="8291583" y="4541673"/>
              <a:ext cx="36576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294D4650-C02E-4CEE-8F45-AF5CCE16A98A}"/>
                </a:ext>
              </a:extLst>
            </p:cNvPr>
            <p:cNvCxnSpPr/>
            <p:nvPr/>
          </p:nvCxnSpPr>
          <p:spPr>
            <a:xfrm>
              <a:off x="8291583" y="5425745"/>
              <a:ext cx="36576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01501BCF-8E2F-48F5-84CD-4646AE011B13}"/>
                </a:ext>
              </a:extLst>
            </p:cNvPr>
            <p:cNvCxnSpPr/>
            <p:nvPr/>
          </p:nvCxnSpPr>
          <p:spPr>
            <a:xfrm>
              <a:off x="8291583" y="4099637"/>
              <a:ext cx="36576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969E7FD8-5D7B-43B0-BD43-DF83CA7FD5F1}"/>
                </a:ext>
              </a:extLst>
            </p:cNvPr>
            <p:cNvSpPr txBox="1"/>
            <p:nvPr/>
          </p:nvSpPr>
          <p:spPr>
            <a:xfrm>
              <a:off x="8815550" y="5943601"/>
              <a:ext cx="324128"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a:ea typeface="+mn-ea"/>
                  <a:cs typeface="+mn-cs"/>
                </a:rPr>
                <a:t>A</a:t>
              </a:r>
            </a:p>
          </p:txBody>
        </p:sp>
        <p:sp>
          <p:nvSpPr>
            <p:cNvPr id="64" name="TextBox 63">
              <a:extLst>
                <a:ext uri="{FF2B5EF4-FFF2-40B4-BE49-F238E27FC236}">
                  <a16:creationId xmlns:a16="http://schemas.microsoft.com/office/drawing/2014/main" id="{E50E6F01-392A-4078-9665-7E2AB850D645}"/>
                </a:ext>
              </a:extLst>
            </p:cNvPr>
            <p:cNvSpPr txBox="1"/>
            <p:nvPr/>
          </p:nvSpPr>
          <p:spPr>
            <a:xfrm>
              <a:off x="9350553" y="5943601"/>
              <a:ext cx="330540"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a:ea typeface="+mn-ea"/>
                  <a:cs typeface="+mn-cs"/>
                </a:rPr>
                <a:t>D</a:t>
              </a:r>
            </a:p>
          </p:txBody>
        </p:sp>
        <p:sp>
          <p:nvSpPr>
            <p:cNvPr id="65" name="TextBox 64">
              <a:extLst>
                <a:ext uri="{FF2B5EF4-FFF2-40B4-BE49-F238E27FC236}">
                  <a16:creationId xmlns:a16="http://schemas.microsoft.com/office/drawing/2014/main" id="{2E29A09B-3DE0-4AE9-A88A-E5272B49901B}"/>
                </a:ext>
              </a:extLst>
            </p:cNvPr>
            <p:cNvSpPr txBox="1"/>
            <p:nvPr/>
          </p:nvSpPr>
          <p:spPr>
            <a:xfrm>
              <a:off x="9891968" y="5943601"/>
              <a:ext cx="311304"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a:ea typeface="+mn-ea"/>
                  <a:cs typeface="+mn-cs"/>
                </a:rPr>
                <a:t>K</a:t>
              </a:r>
            </a:p>
          </p:txBody>
        </p:sp>
        <p:sp>
          <p:nvSpPr>
            <p:cNvPr id="66" name="TextBox 65">
              <a:extLst>
                <a:ext uri="{FF2B5EF4-FFF2-40B4-BE49-F238E27FC236}">
                  <a16:creationId xmlns:a16="http://schemas.microsoft.com/office/drawing/2014/main" id="{5583D96A-0779-40A0-9C34-57086FA2CA71}"/>
                </a:ext>
              </a:extLst>
            </p:cNvPr>
            <p:cNvSpPr txBox="1"/>
            <p:nvPr/>
          </p:nvSpPr>
          <p:spPr>
            <a:xfrm>
              <a:off x="10414147" y="5943601"/>
              <a:ext cx="324128"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a:ea typeface="+mn-ea"/>
                  <a:cs typeface="+mn-cs"/>
                </a:rPr>
                <a:t>A</a:t>
              </a:r>
            </a:p>
          </p:txBody>
        </p:sp>
        <p:sp>
          <p:nvSpPr>
            <p:cNvPr id="67" name="TextBox 66">
              <a:extLst>
                <a:ext uri="{FF2B5EF4-FFF2-40B4-BE49-F238E27FC236}">
                  <a16:creationId xmlns:a16="http://schemas.microsoft.com/office/drawing/2014/main" id="{7D3A162F-0C85-4F0E-AE12-8CC18D735A47}"/>
                </a:ext>
              </a:extLst>
            </p:cNvPr>
            <p:cNvSpPr txBox="1"/>
            <p:nvPr/>
          </p:nvSpPr>
          <p:spPr>
            <a:xfrm>
              <a:off x="10949150" y="5943601"/>
              <a:ext cx="314510"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a:ea typeface="+mn-ea"/>
                  <a:cs typeface="+mn-cs"/>
                </a:rPr>
                <a:t>R</a:t>
              </a:r>
            </a:p>
          </p:txBody>
        </p:sp>
        <p:sp>
          <p:nvSpPr>
            <p:cNvPr id="68" name="Rectangle 67">
              <a:extLst>
                <a:ext uri="{FF2B5EF4-FFF2-40B4-BE49-F238E27FC236}">
                  <a16:creationId xmlns:a16="http://schemas.microsoft.com/office/drawing/2014/main" id="{A56D269D-FDBA-471D-AF9D-453C64C03217}"/>
                </a:ext>
              </a:extLst>
            </p:cNvPr>
            <p:cNvSpPr/>
            <p:nvPr/>
          </p:nvSpPr>
          <p:spPr>
            <a:xfrm>
              <a:off x="8815550" y="5425748"/>
              <a:ext cx="324128" cy="408899"/>
            </a:xfrm>
            <a:prstGeom prst="rect">
              <a:avLst/>
            </a:prstGeom>
            <a:solidFill>
              <a:schemeClr val="accent1">
                <a:lumMod val="40000"/>
                <a:lumOff val="6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69" name="Rectangle 68">
              <a:extLst>
                <a:ext uri="{FF2B5EF4-FFF2-40B4-BE49-F238E27FC236}">
                  <a16:creationId xmlns:a16="http://schemas.microsoft.com/office/drawing/2014/main" id="{9C9AD4DF-1477-484F-A5E3-AF179D458F6E}"/>
                </a:ext>
              </a:extLst>
            </p:cNvPr>
            <p:cNvSpPr/>
            <p:nvPr/>
          </p:nvSpPr>
          <p:spPr>
            <a:xfrm>
              <a:off x="9353759" y="5425748"/>
              <a:ext cx="324128" cy="408899"/>
            </a:xfrm>
            <a:prstGeom prst="rect">
              <a:avLst/>
            </a:prstGeom>
            <a:solidFill>
              <a:schemeClr val="accent1">
                <a:lumMod val="40000"/>
                <a:lumOff val="6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70" name="Rectangle 69">
              <a:extLst>
                <a:ext uri="{FF2B5EF4-FFF2-40B4-BE49-F238E27FC236}">
                  <a16:creationId xmlns:a16="http://schemas.microsoft.com/office/drawing/2014/main" id="{901C934F-3B06-4EA1-A09C-4EB4C2361569}"/>
                </a:ext>
              </a:extLst>
            </p:cNvPr>
            <p:cNvSpPr/>
            <p:nvPr/>
          </p:nvSpPr>
          <p:spPr>
            <a:xfrm>
              <a:off x="9885556" y="5425747"/>
              <a:ext cx="317716" cy="408899"/>
            </a:xfrm>
            <a:prstGeom prst="rect">
              <a:avLst/>
            </a:prstGeom>
            <a:solidFill>
              <a:schemeClr val="accent1">
                <a:lumMod val="40000"/>
                <a:lumOff val="6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71" name="Rectangle 70">
              <a:extLst>
                <a:ext uri="{FF2B5EF4-FFF2-40B4-BE49-F238E27FC236}">
                  <a16:creationId xmlns:a16="http://schemas.microsoft.com/office/drawing/2014/main" id="{E5197CD7-EFE2-46DB-970E-D9B175DB98B5}"/>
                </a:ext>
              </a:extLst>
            </p:cNvPr>
            <p:cNvSpPr/>
            <p:nvPr/>
          </p:nvSpPr>
          <p:spPr>
            <a:xfrm>
              <a:off x="10414147" y="5425748"/>
              <a:ext cx="324128" cy="408899"/>
            </a:xfrm>
            <a:prstGeom prst="rect">
              <a:avLst/>
            </a:prstGeom>
            <a:solidFill>
              <a:schemeClr val="accent1">
                <a:lumMod val="40000"/>
                <a:lumOff val="6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72" name="Rectangle 71">
              <a:extLst>
                <a:ext uri="{FF2B5EF4-FFF2-40B4-BE49-F238E27FC236}">
                  <a16:creationId xmlns:a16="http://schemas.microsoft.com/office/drawing/2014/main" id="{5AFFB428-FD4F-4293-8EEA-147B2E08EEA7}"/>
                </a:ext>
              </a:extLst>
            </p:cNvPr>
            <p:cNvSpPr/>
            <p:nvPr/>
          </p:nvSpPr>
          <p:spPr>
            <a:xfrm>
              <a:off x="10945738" y="5425747"/>
              <a:ext cx="317922" cy="408899"/>
            </a:xfrm>
            <a:prstGeom prst="rect">
              <a:avLst/>
            </a:prstGeom>
            <a:solidFill>
              <a:schemeClr val="accent1">
                <a:lumMod val="40000"/>
                <a:lumOff val="6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grpSp>
      <p:sp>
        <p:nvSpPr>
          <p:cNvPr id="73" name="Oval 72">
            <a:extLst>
              <a:ext uri="{FF2B5EF4-FFF2-40B4-BE49-F238E27FC236}">
                <a16:creationId xmlns:a16="http://schemas.microsoft.com/office/drawing/2014/main" id="{F5E830E4-FCFE-4AAE-AD52-51F5A1FE8696}"/>
              </a:ext>
              <a:ext uri="{C183D7F6-B498-43B3-948B-1728B52AA6E4}">
                <adec:decorative xmlns:adec="http://schemas.microsoft.com/office/drawing/2017/decorative" val="1"/>
              </a:ext>
            </a:extLst>
          </p:cNvPr>
          <p:cNvSpPr/>
          <p:nvPr/>
        </p:nvSpPr>
        <p:spPr>
          <a:xfrm>
            <a:off x="6237352" y="2347321"/>
            <a:ext cx="494280" cy="1103944"/>
          </a:xfrm>
          <a:prstGeom prst="ellipse">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74" name="Oval 73">
            <a:extLst>
              <a:ext uri="{FF2B5EF4-FFF2-40B4-BE49-F238E27FC236}">
                <a16:creationId xmlns:a16="http://schemas.microsoft.com/office/drawing/2014/main" id="{B4EFC420-D949-48C0-A564-CB1F1CDE12E3}"/>
              </a:ext>
              <a:ext uri="{C183D7F6-B498-43B3-948B-1728B52AA6E4}">
                <adec:decorative xmlns:adec="http://schemas.microsoft.com/office/drawing/2017/decorative" val="1"/>
              </a:ext>
            </a:extLst>
          </p:cNvPr>
          <p:cNvSpPr/>
          <p:nvPr/>
        </p:nvSpPr>
        <p:spPr>
          <a:xfrm>
            <a:off x="8470052" y="1967562"/>
            <a:ext cx="494280" cy="1472792"/>
          </a:xfrm>
          <a:prstGeom prst="ellipse">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cxnSp>
        <p:nvCxnSpPr>
          <p:cNvPr id="39" name="Straight Connector 38">
            <a:extLst>
              <a:ext uri="{FF2B5EF4-FFF2-40B4-BE49-F238E27FC236}">
                <a16:creationId xmlns:a16="http://schemas.microsoft.com/office/drawing/2014/main" id="{E063BCB3-0211-46A7-9136-9AF96912E212}"/>
              </a:ext>
              <a:ext uri="{C183D7F6-B498-43B3-948B-1728B52AA6E4}">
                <adec:decorative xmlns:adec="http://schemas.microsoft.com/office/drawing/2017/decorative" val="1"/>
              </a:ext>
            </a:extLst>
          </p:cNvPr>
          <p:cNvCxnSpPr/>
          <p:nvPr/>
        </p:nvCxnSpPr>
        <p:spPr>
          <a:xfrm>
            <a:off x="4640673" y="5899246"/>
            <a:ext cx="2656048"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75" name="Oval 74">
            <a:extLst>
              <a:ext uri="{FF2B5EF4-FFF2-40B4-BE49-F238E27FC236}">
                <a16:creationId xmlns:a16="http://schemas.microsoft.com/office/drawing/2014/main" id="{3F26256E-8439-46AB-BDA2-FF296394F3E2}"/>
              </a:ext>
              <a:ext uri="{C183D7F6-B498-43B3-948B-1728B52AA6E4}">
                <adec:decorative xmlns:adec="http://schemas.microsoft.com/office/drawing/2017/decorative" val="1"/>
              </a:ext>
            </a:extLst>
          </p:cNvPr>
          <p:cNvSpPr/>
          <p:nvPr/>
        </p:nvSpPr>
        <p:spPr>
          <a:xfrm>
            <a:off x="5347809" y="5281240"/>
            <a:ext cx="494280" cy="736397"/>
          </a:xfrm>
          <a:prstGeom prst="ellipse">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76" name="Oval 75">
            <a:extLst>
              <a:ext uri="{FF2B5EF4-FFF2-40B4-BE49-F238E27FC236}">
                <a16:creationId xmlns:a16="http://schemas.microsoft.com/office/drawing/2014/main" id="{26B41D77-3194-4756-AB6E-1F69CB06CCF4}"/>
              </a:ext>
              <a:ext uri="{C183D7F6-B498-43B3-948B-1728B52AA6E4}">
                <adec:decorative xmlns:adec="http://schemas.microsoft.com/office/drawing/2017/decorative" val="1"/>
              </a:ext>
            </a:extLst>
          </p:cNvPr>
          <p:cNvSpPr/>
          <p:nvPr/>
        </p:nvSpPr>
        <p:spPr>
          <a:xfrm>
            <a:off x="8541651" y="5281240"/>
            <a:ext cx="494280" cy="736397"/>
          </a:xfrm>
          <a:prstGeom prst="ellipse">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86" name="Rectangle 85">
            <a:extLst>
              <a:ext uri="{FF2B5EF4-FFF2-40B4-BE49-F238E27FC236}">
                <a16:creationId xmlns:a16="http://schemas.microsoft.com/office/drawing/2014/main" id="{2257FCD5-759C-2542-8425-BAB4E41EF325}"/>
              </a:ext>
            </a:extLst>
          </p:cNvPr>
          <p:cNvSpPr/>
          <p:nvPr/>
        </p:nvSpPr>
        <p:spPr>
          <a:xfrm>
            <a:off x="8385641" y="1424445"/>
            <a:ext cx="688009" cy="523220"/>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5"/>
                </a:solidFill>
                <a:effectLst/>
                <a:uLnTx/>
                <a:uFillTx/>
                <a:latin typeface="Calibri"/>
                <a:ea typeface="+mn-ea"/>
                <a:cs typeface="+mn-cs"/>
              </a:rPr>
              <a:t>Barrier</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solidFill>
                  <a:schemeClr val="accent5"/>
                </a:solidFill>
                <a:latin typeface="Calibri"/>
              </a:rPr>
              <a:t>point</a:t>
            </a:r>
            <a:endParaRPr kumimoji="0" lang="en-US" sz="1400" b="0" i="0" u="none" strike="noStrike" kern="1200" cap="none" spc="0" normalizeH="0" baseline="0" noProof="0" dirty="0">
              <a:ln>
                <a:noFill/>
              </a:ln>
              <a:solidFill>
                <a:schemeClr val="accent5"/>
              </a:solidFill>
              <a:effectLst/>
              <a:uLnTx/>
              <a:uFillTx/>
              <a:latin typeface="Calibri"/>
            </a:endParaRPr>
          </a:p>
        </p:txBody>
      </p:sp>
      <p:sp>
        <p:nvSpPr>
          <p:cNvPr id="89" name="Rectangle 88">
            <a:extLst>
              <a:ext uri="{FF2B5EF4-FFF2-40B4-BE49-F238E27FC236}">
                <a16:creationId xmlns:a16="http://schemas.microsoft.com/office/drawing/2014/main" id="{B8854C98-D355-8541-A21C-DB8F98F3DB1F}"/>
              </a:ext>
            </a:extLst>
          </p:cNvPr>
          <p:cNvSpPr/>
          <p:nvPr/>
        </p:nvSpPr>
        <p:spPr>
          <a:xfrm>
            <a:off x="6165903" y="1722619"/>
            <a:ext cx="688009" cy="523220"/>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5"/>
                </a:solidFill>
                <a:effectLst/>
                <a:uLnTx/>
                <a:uFillTx/>
                <a:latin typeface="Calibri"/>
                <a:ea typeface="+mn-ea"/>
                <a:cs typeface="+mn-cs"/>
              </a:rPr>
              <a:t>Barrier</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solidFill>
                  <a:schemeClr val="accent5"/>
                </a:solidFill>
                <a:latin typeface="Calibri"/>
              </a:rPr>
              <a:t>point</a:t>
            </a:r>
            <a:endParaRPr kumimoji="0" lang="en-US" sz="1400" b="0" i="0" u="none" strike="noStrike" kern="1200" cap="none" spc="0" normalizeH="0" baseline="0" noProof="0" dirty="0">
              <a:ln>
                <a:noFill/>
              </a:ln>
              <a:solidFill>
                <a:schemeClr val="accent5"/>
              </a:solidFill>
              <a:effectLst/>
              <a:uLnTx/>
              <a:uFillTx/>
              <a:latin typeface="Calibri"/>
            </a:endParaRPr>
          </a:p>
        </p:txBody>
      </p:sp>
      <p:sp>
        <p:nvSpPr>
          <p:cNvPr id="90" name="Rectangle 89">
            <a:extLst>
              <a:ext uri="{FF2B5EF4-FFF2-40B4-BE49-F238E27FC236}">
                <a16:creationId xmlns:a16="http://schemas.microsoft.com/office/drawing/2014/main" id="{DF935851-1FEE-1145-BAEA-3AF90BE3E517}"/>
              </a:ext>
            </a:extLst>
          </p:cNvPr>
          <p:cNvSpPr/>
          <p:nvPr/>
        </p:nvSpPr>
        <p:spPr>
          <a:xfrm>
            <a:off x="5258129" y="4657975"/>
            <a:ext cx="688009" cy="523220"/>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5"/>
                </a:solidFill>
                <a:effectLst/>
                <a:uLnTx/>
                <a:uFillTx/>
                <a:latin typeface="Calibri"/>
                <a:ea typeface="+mn-ea"/>
                <a:cs typeface="+mn-cs"/>
              </a:rPr>
              <a:t>Barrier</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solidFill>
                  <a:schemeClr val="accent5"/>
                </a:solidFill>
                <a:latin typeface="Calibri"/>
              </a:rPr>
              <a:t>point</a:t>
            </a:r>
            <a:endParaRPr kumimoji="0" lang="en-US" sz="1400" b="0" i="0" u="none" strike="noStrike" kern="1200" cap="none" spc="0" normalizeH="0" baseline="0" noProof="0" dirty="0">
              <a:ln>
                <a:noFill/>
              </a:ln>
              <a:solidFill>
                <a:schemeClr val="accent5"/>
              </a:solidFill>
              <a:effectLst/>
              <a:uLnTx/>
              <a:uFillTx/>
              <a:latin typeface="Calibri"/>
            </a:endParaRPr>
          </a:p>
        </p:txBody>
      </p:sp>
      <p:sp>
        <p:nvSpPr>
          <p:cNvPr id="91" name="Rectangle 90">
            <a:extLst>
              <a:ext uri="{FF2B5EF4-FFF2-40B4-BE49-F238E27FC236}">
                <a16:creationId xmlns:a16="http://schemas.microsoft.com/office/drawing/2014/main" id="{CF17E82E-DC26-B045-8177-FC279EC37A29}"/>
              </a:ext>
            </a:extLst>
          </p:cNvPr>
          <p:cNvSpPr/>
          <p:nvPr/>
        </p:nvSpPr>
        <p:spPr>
          <a:xfrm>
            <a:off x="8458527" y="4704357"/>
            <a:ext cx="688009" cy="523220"/>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5"/>
                </a:solidFill>
                <a:effectLst/>
                <a:uLnTx/>
                <a:uFillTx/>
                <a:latin typeface="Calibri"/>
                <a:ea typeface="+mn-ea"/>
                <a:cs typeface="+mn-cs"/>
              </a:rPr>
              <a:t>Barrier</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solidFill>
                  <a:schemeClr val="accent5"/>
                </a:solidFill>
                <a:latin typeface="Calibri"/>
              </a:rPr>
              <a:t>point</a:t>
            </a:r>
            <a:endParaRPr kumimoji="0" lang="en-US" sz="1400" b="0" i="0" u="none" strike="noStrike" kern="1200" cap="none" spc="0" normalizeH="0" baseline="0" noProof="0" dirty="0">
              <a:ln>
                <a:noFill/>
              </a:ln>
              <a:solidFill>
                <a:schemeClr val="accent5"/>
              </a:solidFill>
              <a:effectLst/>
              <a:uLnTx/>
              <a:uFillTx/>
              <a:latin typeface="Calibri"/>
            </a:endParaRPr>
          </a:p>
        </p:txBody>
      </p:sp>
    </p:spTree>
    <p:extLst>
      <p:ext uri="{BB962C8B-B14F-4D97-AF65-F5344CB8AC3E}">
        <p14:creationId xmlns:p14="http://schemas.microsoft.com/office/powerpoint/2010/main" val="23680075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Grp="1" noChangeArrowheads="1"/>
          </p:cNvSpPr>
          <p:nvPr/>
        </p:nvSpPr>
        <p:spPr>
          <a:xfrm>
            <a:off x="2131978" y="785914"/>
            <a:ext cx="7772400" cy="1924050"/>
          </a:xfrm>
          <a:prstGeom prst="rect">
            <a:avLst/>
          </a:prstGeom>
          <a:ln>
            <a:noFill/>
          </a:ln>
        </p:spPr>
        <p:txBody>
          <a:bodyPr vert="horz" lIns="91440" tIns="45720" rIns="91440" bIns="45720" rtlCol="0" anchor="ctr">
            <a:normAutofit/>
          </a:bodyPr>
          <a:lstStyle>
            <a:lvl1pPr algn="l" defTabSz="914400" rtl="0" eaLnBrk="1" latinLnBrk="0" hangingPunct="1">
              <a:spcBef>
                <a:spcPct val="0"/>
              </a:spcBef>
              <a:buNone/>
              <a:defRPr sz="4400" kern="1200">
                <a:solidFill>
                  <a:schemeClr val="accent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4000" b="0" i="0" u="none" strike="noStrike" kern="1200" cap="none" spc="0" normalizeH="0" baseline="0" noProof="0" dirty="0">
              <a:ln>
                <a:noFill/>
              </a:ln>
              <a:solidFill>
                <a:srgbClr val="000000"/>
              </a:solidFill>
              <a:effectLst/>
              <a:uLnTx/>
              <a:uFillTx/>
              <a:latin typeface="Calibri Light"/>
              <a:ea typeface="+mj-ea"/>
              <a:cs typeface="+mj-cs"/>
            </a:endParaRPr>
          </a:p>
        </p:txBody>
      </p:sp>
      <p:sp>
        <p:nvSpPr>
          <p:cNvPr id="7" name="Title 6">
            <a:extLst>
              <a:ext uri="{FF2B5EF4-FFF2-40B4-BE49-F238E27FC236}">
                <a16:creationId xmlns:a16="http://schemas.microsoft.com/office/drawing/2014/main" id="{B1777333-C08C-41A3-911D-3BC4B9F7E84A}"/>
              </a:ext>
            </a:extLst>
          </p:cNvPr>
          <p:cNvSpPr>
            <a:spLocks noGrp="1"/>
          </p:cNvSpPr>
          <p:nvPr>
            <p:ph type="title"/>
          </p:nvPr>
        </p:nvSpPr>
        <p:spPr/>
        <p:txBody>
          <a:bodyPr/>
          <a:lstStyle/>
          <a:p>
            <a:r>
              <a:rPr lang="en-US" dirty="0"/>
              <a:t>What is the Barrier Point in Your Example?</a:t>
            </a:r>
          </a:p>
        </p:txBody>
      </p:sp>
      <p:pic>
        <p:nvPicPr>
          <p:cNvPr id="8" name="Picture 7" descr="Five hands, each holding a block with a letter on it.  The blocks spell out ADKAR.  ">
            <a:extLst>
              <a:ext uri="{FF2B5EF4-FFF2-40B4-BE49-F238E27FC236}">
                <a16:creationId xmlns:a16="http://schemas.microsoft.com/office/drawing/2014/main" id="{B85F9F45-0AF2-7E49-92D7-32D0A08DAE52}"/>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806" y="1963711"/>
            <a:ext cx="12233014" cy="2833141"/>
          </a:xfrm>
          <a:prstGeom prst="rect">
            <a:avLst/>
          </a:prstGeom>
        </p:spPr>
      </p:pic>
    </p:spTree>
    <p:extLst>
      <p:ext uri="{BB962C8B-B14F-4D97-AF65-F5344CB8AC3E}">
        <p14:creationId xmlns:p14="http://schemas.microsoft.com/office/powerpoint/2010/main" val="291296190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8957CD31-6262-384A-B956-C7B998E0E400}"/>
              </a:ext>
            </a:extLst>
          </p:cNvPr>
          <p:cNvGraphicFramePr>
            <a:graphicFrameLocks noGrp="1"/>
          </p:cNvGraphicFramePr>
          <p:nvPr/>
        </p:nvGraphicFramePr>
        <p:xfrm>
          <a:off x="1" y="1062240"/>
          <a:ext cx="12192001" cy="5248408"/>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3928920813"/>
                    </a:ext>
                  </a:extLst>
                </a:gridCol>
                <a:gridCol w="2590800">
                  <a:extLst>
                    <a:ext uri="{9D8B030D-6E8A-4147-A177-3AD203B41FA5}">
                      <a16:colId xmlns:a16="http://schemas.microsoft.com/office/drawing/2014/main" val="20000"/>
                    </a:ext>
                  </a:extLst>
                </a:gridCol>
                <a:gridCol w="2971800">
                  <a:extLst>
                    <a:ext uri="{9D8B030D-6E8A-4147-A177-3AD203B41FA5}">
                      <a16:colId xmlns:a16="http://schemas.microsoft.com/office/drawing/2014/main" val="4039272296"/>
                    </a:ext>
                  </a:extLst>
                </a:gridCol>
                <a:gridCol w="2743200">
                  <a:extLst>
                    <a:ext uri="{9D8B030D-6E8A-4147-A177-3AD203B41FA5}">
                      <a16:colId xmlns:a16="http://schemas.microsoft.com/office/drawing/2014/main" val="694095373"/>
                    </a:ext>
                  </a:extLst>
                </a:gridCol>
                <a:gridCol w="3124201">
                  <a:extLst>
                    <a:ext uri="{9D8B030D-6E8A-4147-A177-3AD203B41FA5}">
                      <a16:colId xmlns:a16="http://schemas.microsoft.com/office/drawing/2014/main" val="942532903"/>
                    </a:ext>
                  </a:extLst>
                </a:gridCol>
              </a:tblGrid>
              <a:tr h="521862">
                <a:tc gridSpan="2">
                  <a:txBody>
                    <a:bodyPr/>
                    <a:lstStyle/>
                    <a:p>
                      <a:r>
                        <a:rPr lang="en-US" sz="1800" kern="1200" dirty="0">
                          <a:solidFill>
                            <a:schemeClr val="bg1"/>
                          </a:solidFill>
                          <a:latin typeface="+mn-lt"/>
                          <a:ea typeface="+mn-ea"/>
                          <a:cs typeface="+mn-cs"/>
                        </a:rPr>
                        <a:t>ADKAR element</a:t>
                      </a:r>
                      <a:endParaRPr lang="en-US" sz="1600" kern="1200" dirty="0">
                        <a:solidFill>
                          <a:schemeClr val="bg1"/>
                        </a:solidFill>
                        <a:latin typeface="+mn-lt"/>
                        <a:ea typeface="+mn-ea"/>
                        <a:cs typeface="+mn-cs"/>
                      </a:endParaRPr>
                    </a:p>
                  </a:txBody>
                  <a:tcPr marL="18288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9798BE"/>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lang="en-US" sz="1800" kern="1200">
                        <a:solidFill>
                          <a:schemeClr val="bg1"/>
                        </a:solidFill>
                        <a:latin typeface="+mn-lt"/>
                        <a:ea typeface="+mn-ea"/>
                        <a:cs typeface="+mn-cs"/>
                      </a:endParaRP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9798BE"/>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en-US" sz="1800" dirty="0">
                          <a:solidFill>
                            <a:schemeClr val="bg1"/>
                          </a:solidFill>
                        </a:rPr>
                        <a:t>Definition</a:t>
                      </a:r>
                    </a:p>
                  </a:txBody>
                  <a:tcPr marL="18288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9798BE"/>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en-US" sz="1800" dirty="0">
                          <a:solidFill>
                            <a:schemeClr val="bg1"/>
                          </a:solidFill>
                        </a:rPr>
                        <a:t>What you hear</a:t>
                      </a:r>
                    </a:p>
                  </a:txBody>
                  <a:tcPr marL="18288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9798BE"/>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en-US" sz="1800" dirty="0">
                          <a:solidFill>
                            <a:schemeClr val="bg1"/>
                          </a:solidFill>
                        </a:rPr>
                        <a:t>Triggers for building</a:t>
                      </a:r>
                    </a:p>
                  </a:txBody>
                  <a:tcPr marL="18288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9798BE"/>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504724875"/>
                  </a:ext>
                </a:extLst>
              </a:tr>
              <a:tr h="914400">
                <a:tc>
                  <a:txBody>
                    <a:bodyPr/>
                    <a:lstStyle/>
                    <a:p>
                      <a:endParaRPr lang="en-US" sz="2800" dirty="0">
                        <a:solidFill>
                          <a:schemeClr val="accent1"/>
                        </a:solidFill>
                      </a:endParaRPr>
                    </a:p>
                  </a:txBody>
                  <a:tcPr anchor="ctr">
                    <a:lnL w="6350" cap="flat" cmpd="sng" algn="ctr">
                      <a:solidFill>
                        <a:srgbClr val="9798BE"/>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9798BE"/>
                      </a:solidFill>
                      <a:prstDash val="solid"/>
                      <a:round/>
                      <a:headEnd type="none" w="med" len="med"/>
                      <a:tailEnd type="none" w="med" len="med"/>
                    </a:lnT>
                    <a:lnB w="6350" cap="flat" cmpd="sng" algn="ctr">
                      <a:solidFill>
                        <a:srgbClr val="9798B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800" dirty="0">
                          <a:solidFill>
                            <a:schemeClr val="accent1"/>
                          </a:solidFill>
                        </a:rPr>
                        <a:t>Awareness</a:t>
                      </a:r>
                    </a:p>
                  </a:txBody>
                  <a:tcPr anchor="ctr">
                    <a:lnL w="63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9798BE"/>
                      </a:solidFill>
                      <a:prstDash val="solid"/>
                      <a:round/>
                      <a:headEnd type="none" w="med" len="med"/>
                      <a:tailEnd type="none" w="med" len="med"/>
                    </a:lnT>
                    <a:lnB w="6350" cap="flat" cmpd="sng" algn="ctr">
                      <a:solidFill>
                        <a:srgbClr val="9798B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000" dirty="0">
                          <a:solidFill>
                            <a:schemeClr val="accent4">
                              <a:lumMod val="75000"/>
                            </a:schemeClr>
                          </a:solidFill>
                        </a:rPr>
                        <a:t>Of the need for change</a:t>
                      </a:r>
                    </a:p>
                  </a:txBody>
                  <a:tcPr marL="1828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9798BE"/>
                      </a:solidFill>
                      <a:prstDash val="solid"/>
                      <a:round/>
                      <a:headEnd type="none" w="med" len="med"/>
                      <a:tailEnd type="none" w="med" len="med"/>
                    </a:lnT>
                    <a:lnB w="6350" cap="flat" cmpd="sng" algn="ctr">
                      <a:solidFill>
                        <a:srgbClr val="9798B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000" dirty="0">
                          <a:solidFill>
                            <a:schemeClr val="accent4">
                              <a:lumMod val="75000"/>
                            </a:schemeClr>
                          </a:solidFill>
                        </a:rPr>
                        <a:t>“I understand why…”</a:t>
                      </a:r>
                    </a:p>
                  </a:txBody>
                  <a:tcPr marL="1828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9798BE"/>
                      </a:solidFill>
                      <a:prstDash val="solid"/>
                      <a:round/>
                      <a:headEnd type="none" w="med" len="med"/>
                      <a:tailEnd type="none" w="med" len="med"/>
                    </a:lnT>
                    <a:lnB w="6350" cap="flat" cmpd="sng" algn="ctr">
                      <a:solidFill>
                        <a:srgbClr val="9798B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solidFill>
                            <a:schemeClr val="accent4">
                              <a:lumMod val="75000"/>
                            </a:schemeClr>
                          </a:solidFill>
                        </a:rPr>
                        <a:t>Why?</a:t>
                      </a:r>
                    </a:p>
                    <a:p>
                      <a:r>
                        <a:rPr lang="en-US" sz="1600" dirty="0">
                          <a:solidFill>
                            <a:schemeClr val="accent4">
                              <a:lumMod val="75000"/>
                            </a:schemeClr>
                          </a:solidFill>
                        </a:rPr>
                        <a:t>Why</a:t>
                      </a:r>
                      <a:r>
                        <a:rPr lang="en-US" sz="1600" baseline="0" dirty="0">
                          <a:solidFill>
                            <a:schemeClr val="accent4">
                              <a:lumMod val="75000"/>
                            </a:schemeClr>
                          </a:solidFill>
                        </a:rPr>
                        <a:t> now?</a:t>
                      </a:r>
                    </a:p>
                    <a:p>
                      <a:r>
                        <a:rPr lang="en-US" sz="1600" baseline="0" dirty="0">
                          <a:solidFill>
                            <a:schemeClr val="accent4">
                              <a:lumMod val="75000"/>
                            </a:schemeClr>
                          </a:solidFill>
                        </a:rPr>
                        <a:t>What if we don’t?</a:t>
                      </a:r>
                      <a:endParaRPr lang="en-US" sz="1600" dirty="0">
                        <a:solidFill>
                          <a:schemeClr val="accent4">
                            <a:lumMod val="75000"/>
                          </a:schemeClr>
                        </a:solidFill>
                      </a:endParaRPr>
                    </a:p>
                  </a:txBody>
                  <a:tcPr marL="182880" anchor="ctr">
                    <a:lnL w="12700" cap="flat" cmpd="sng" algn="ctr">
                      <a:solidFill>
                        <a:schemeClr val="bg1"/>
                      </a:solidFill>
                      <a:prstDash val="solid"/>
                      <a:round/>
                      <a:headEnd type="none" w="med" len="med"/>
                      <a:tailEnd type="none" w="med" len="med"/>
                    </a:lnL>
                    <a:lnR w="6350" cap="flat" cmpd="sng" algn="ctr">
                      <a:solidFill>
                        <a:srgbClr val="9798BE"/>
                      </a:solidFill>
                      <a:prstDash val="solid"/>
                      <a:round/>
                      <a:headEnd type="none" w="med" len="med"/>
                      <a:tailEnd type="none" w="med" len="med"/>
                    </a:lnR>
                    <a:lnT w="6350" cap="flat" cmpd="sng" algn="ctr">
                      <a:solidFill>
                        <a:srgbClr val="9798BE"/>
                      </a:solidFill>
                      <a:prstDash val="solid"/>
                      <a:round/>
                      <a:headEnd type="none" w="med" len="med"/>
                      <a:tailEnd type="none" w="med" len="med"/>
                    </a:lnT>
                    <a:lnB w="6350" cap="flat" cmpd="sng" algn="ctr">
                      <a:solidFill>
                        <a:srgbClr val="9798BE"/>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971454">
                <a:tc>
                  <a:txBody>
                    <a:bodyPr/>
                    <a:lstStyle/>
                    <a:p>
                      <a:endParaRPr lang="en-US" sz="2800" dirty="0">
                        <a:solidFill>
                          <a:schemeClr val="accent1"/>
                        </a:solidFill>
                      </a:endParaRPr>
                    </a:p>
                  </a:txBody>
                  <a:tcPr anchor="ctr">
                    <a:lnL w="6350" cap="flat" cmpd="sng" algn="ctr">
                      <a:solidFill>
                        <a:srgbClr val="9798BE"/>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9798BE"/>
                      </a:solidFill>
                      <a:prstDash val="solid"/>
                      <a:round/>
                      <a:headEnd type="none" w="med" len="med"/>
                      <a:tailEnd type="none" w="med" len="med"/>
                    </a:lnT>
                    <a:lnB w="6350" cap="flat" cmpd="sng" algn="ctr">
                      <a:solidFill>
                        <a:srgbClr val="9798B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800" dirty="0">
                          <a:solidFill>
                            <a:schemeClr val="accent1"/>
                          </a:solidFill>
                        </a:rPr>
                        <a:t>Desire</a:t>
                      </a:r>
                    </a:p>
                  </a:txBody>
                  <a:tcPr anchor="ctr">
                    <a:lnL w="63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9798BE"/>
                      </a:solidFill>
                      <a:prstDash val="solid"/>
                      <a:round/>
                      <a:headEnd type="none" w="med" len="med"/>
                      <a:tailEnd type="none" w="med" len="med"/>
                    </a:lnT>
                    <a:lnB w="6350" cap="flat" cmpd="sng" algn="ctr">
                      <a:solidFill>
                        <a:srgbClr val="9798B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000" dirty="0">
                          <a:solidFill>
                            <a:schemeClr val="accent4">
                              <a:lumMod val="75000"/>
                            </a:schemeClr>
                          </a:solidFill>
                        </a:rPr>
                        <a:t>To participate and </a:t>
                      </a:r>
                      <a:br>
                        <a:rPr lang="en-US" sz="2000" dirty="0">
                          <a:solidFill>
                            <a:schemeClr val="accent4">
                              <a:lumMod val="75000"/>
                            </a:schemeClr>
                          </a:solidFill>
                        </a:rPr>
                      </a:br>
                      <a:r>
                        <a:rPr lang="en-US" sz="2000" dirty="0">
                          <a:solidFill>
                            <a:schemeClr val="accent4">
                              <a:lumMod val="75000"/>
                            </a:schemeClr>
                          </a:solidFill>
                        </a:rPr>
                        <a:t>support the change</a:t>
                      </a:r>
                    </a:p>
                  </a:txBody>
                  <a:tcPr marL="1828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9798BE"/>
                      </a:solidFill>
                      <a:prstDash val="solid"/>
                      <a:round/>
                      <a:headEnd type="none" w="med" len="med"/>
                      <a:tailEnd type="none" w="med" len="med"/>
                    </a:lnT>
                    <a:lnB w="6350" cap="flat" cmpd="sng" algn="ctr">
                      <a:solidFill>
                        <a:srgbClr val="9798B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000" dirty="0">
                          <a:solidFill>
                            <a:schemeClr val="accent4">
                              <a:lumMod val="75000"/>
                            </a:schemeClr>
                          </a:solidFill>
                        </a:rPr>
                        <a:t>“I have decided to…”</a:t>
                      </a:r>
                    </a:p>
                  </a:txBody>
                  <a:tcPr marL="1828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9798BE"/>
                      </a:solidFill>
                      <a:prstDash val="solid"/>
                      <a:round/>
                      <a:headEnd type="none" w="med" len="med"/>
                      <a:tailEnd type="none" w="med" len="med"/>
                    </a:lnT>
                    <a:lnB w="6350" cap="flat" cmpd="sng" algn="ctr">
                      <a:solidFill>
                        <a:srgbClr val="9798B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solidFill>
                            <a:schemeClr val="accent4">
                              <a:lumMod val="75000"/>
                            </a:schemeClr>
                          </a:solidFill>
                        </a:rPr>
                        <a:t>WIIFM</a:t>
                      </a:r>
                    </a:p>
                    <a:p>
                      <a:r>
                        <a:rPr lang="en-US" sz="1600" dirty="0">
                          <a:solidFill>
                            <a:schemeClr val="accent4">
                              <a:lumMod val="75000"/>
                            </a:schemeClr>
                          </a:solidFill>
                        </a:rPr>
                        <a:t>Personal</a:t>
                      </a:r>
                      <a:r>
                        <a:rPr lang="en-US" sz="1600" baseline="0" dirty="0">
                          <a:solidFill>
                            <a:schemeClr val="accent4">
                              <a:lumMod val="75000"/>
                            </a:schemeClr>
                          </a:solidFill>
                        </a:rPr>
                        <a:t> motivators</a:t>
                      </a:r>
                    </a:p>
                    <a:p>
                      <a:r>
                        <a:rPr lang="en-US" sz="1600" baseline="0" dirty="0">
                          <a:solidFill>
                            <a:schemeClr val="accent4">
                              <a:lumMod val="75000"/>
                            </a:schemeClr>
                          </a:solidFill>
                        </a:rPr>
                        <a:t>Organizational motivators</a:t>
                      </a:r>
                      <a:endParaRPr lang="en-US" sz="1600" dirty="0">
                        <a:solidFill>
                          <a:schemeClr val="accent4">
                            <a:lumMod val="75000"/>
                          </a:schemeClr>
                        </a:solidFill>
                      </a:endParaRPr>
                    </a:p>
                  </a:txBody>
                  <a:tcPr marL="182880" anchor="ctr">
                    <a:lnL w="12700" cap="flat" cmpd="sng" algn="ctr">
                      <a:solidFill>
                        <a:schemeClr val="bg1"/>
                      </a:solidFill>
                      <a:prstDash val="solid"/>
                      <a:round/>
                      <a:headEnd type="none" w="med" len="med"/>
                      <a:tailEnd type="none" w="med" len="med"/>
                    </a:lnL>
                    <a:lnR w="6350" cap="flat" cmpd="sng" algn="ctr">
                      <a:solidFill>
                        <a:srgbClr val="9798BE"/>
                      </a:solidFill>
                      <a:prstDash val="solid"/>
                      <a:round/>
                      <a:headEnd type="none" w="med" len="med"/>
                      <a:tailEnd type="none" w="med" len="med"/>
                    </a:lnR>
                    <a:lnT w="6350" cap="flat" cmpd="sng" algn="ctr">
                      <a:solidFill>
                        <a:srgbClr val="9798BE"/>
                      </a:solidFill>
                      <a:prstDash val="solid"/>
                      <a:round/>
                      <a:headEnd type="none" w="med" len="med"/>
                      <a:tailEnd type="none" w="med" len="med"/>
                    </a:lnT>
                    <a:lnB w="6350" cap="flat" cmpd="sng" algn="ctr">
                      <a:solidFill>
                        <a:srgbClr val="9798BE"/>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971454">
                <a:tc>
                  <a:txBody>
                    <a:bodyPr/>
                    <a:lstStyle/>
                    <a:p>
                      <a:endParaRPr lang="en-US" sz="2800" dirty="0">
                        <a:solidFill>
                          <a:schemeClr val="accent1"/>
                        </a:solidFill>
                      </a:endParaRPr>
                    </a:p>
                  </a:txBody>
                  <a:tcPr anchor="ctr">
                    <a:lnL w="6350" cap="flat" cmpd="sng" algn="ctr">
                      <a:solidFill>
                        <a:srgbClr val="9798BE"/>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9798BE"/>
                      </a:solidFill>
                      <a:prstDash val="solid"/>
                      <a:round/>
                      <a:headEnd type="none" w="med" len="med"/>
                      <a:tailEnd type="none" w="med" len="med"/>
                    </a:lnT>
                    <a:lnB w="6350" cap="flat" cmpd="sng" algn="ctr">
                      <a:solidFill>
                        <a:srgbClr val="9798B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800" dirty="0">
                          <a:solidFill>
                            <a:schemeClr val="accent1"/>
                          </a:solidFill>
                        </a:rPr>
                        <a:t>Knowledge</a:t>
                      </a:r>
                    </a:p>
                  </a:txBody>
                  <a:tcPr anchor="ctr">
                    <a:lnL w="63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9798BE"/>
                      </a:solidFill>
                      <a:prstDash val="solid"/>
                      <a:round/>
                      <a:headEnd type="none" w="med" len="med"/>
                      <a:tailEnd type="none" w="med" len="med"/>
                    </a:lnT>
                    <a:lnB w="6350" cap="flat" cmpd="sng" algn="ctr">
                      <a:solidFill>
                        <a:srgbClr val="9798B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000" dirty="0">
                          <a:solidFill>
                            <a:schemeClr val="accent4">
                              <a:lumMod val="75000"/>
                            </a:schemeClr>
                          </a:solidFill>
                        </a:rPr>
                        <a:t>On how to change</a:t>
                      </a:r>
                    </a:p>
                  </a:txBody>
                  <a:tcPr marL="1828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9798BE"/>
                      </a:solidFill>
                      <a:prstDash val="solid"/>
                      <a:round/>
                      <a:headEnd type="none" w="med" len="med"/>
                      <a:tailEnd type="none" w="med" len="med"/>
                    </a:lnT>
                    <a:lnB w="6350" cap="flat" cmpd="sng" algn="ctr">
                      <a:solidFill>
                        <a:srgbClr val="9798B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000" dirty="0">
                          <a:solidFill>
                            <a:schemeClr val="accent4">
                              <a:lumMod val="75000"/>
                            </a:schemeClr>
                          </a:solidFill>
                        </a:rPr>
                        <a:t>“I know how to…”</a:t>
                      </a:r>
                    </a:p>
                  </a:txBody>
                  <a:tcPr marL="1828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9798BE"/>
                      </a:solidFill>
                      <a:prstDash val="solid"/>
                      <a:round/>
                      <a:headEnd type="none" w="med" len="med"/>
                      <a:tailEnd type="none" w="med" len="med"/>
                    </a:lnT>
                    <a:lnB w="6350" cap="flat" cmpd="sng" algn="ctr">
                      <a:solidFill>
                        <a:srgbClr val="9798B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solidFill>
                            <a:schemeClr val="accent4">
                              <a:lumMod val="75000"/>
                            </a:schemeClr>
                          </a:solidFill>
                        </a:rPr>
                        <a:t>Within context (after A&amp;D)</a:t>
                      </a:r>
                    </a:p>
                    <a:p>
                      <a:r>
                        <a:rPr lang="en-US" sz="1600" dirty="0">
                          <a:solidFill>
                            <a:schemeClr val="accent4">
                              <a:lumMod val="75000"/>
                            </a:schemeClr>
                          </a:solidFill>
                        </a:rPr>
                        <a:t>Need</a:t>
                      </a:r>
                      <a:r>
                        <a:rPr lang="en-US" sz="1600" baseline="0" dirty="0">
                          <a:solidFill>
                            <a:schemeClr val="accent4">
                              <a:lumMod val="75000"/>
                            </a:schemeClr>
                          </a:solidFill>
                        </a:rPr>
                        <a:t> to know </a:t>
                      </a:r>
                      <a:r>
                        <a:rPr lang="en-US" sz="1600" i="1" baseline="0" dirty="0">
                          <a:solidFill>
                            <a:schemeClr val="accent4">
                              <a:lumMod val="75000"/>
                            </a:schemeClr>
                          </a:solidFill>
                        </a:rPr>
                        <a:t>during</a:t>
                      </a:r>
                      <a:endParaRPr lang="en-US" sz="1600" i="0" baseline="0" dirty="0">
                        <a:solidFill>
                          <a:schemeClr val="accent4">
                            <a:lumMod val="75000"/>
                          </a:schemeClr>
                        </a:solidFill>
                      </a:endParaRPr>
                    </a:p>
                    <a:p>
                      <a:r>
                        <a:rPr lang="en-US" sz="1600" i="0" baseline="0" dirty="0">
                          <a:solidFill>
                            <a:schemeClr val="accent4">
                              <a:lumMod val="75000"/>
                            </a:schemeClr>
                          </a:solidFill>
                        </a:rPr>
                        <a:t>Need to know </a:t>
                      </a:r>
                      <a:r>
                        <a:rPr lang="en-US" sz="1600" i="1" baseline="0" dirty="0">
                          <a:solidFill>
                            <a:schemeClr val="accent4">
                              <a:lumMod val="75000"/>
                            </a:schemeClr>
                          </a:solidFill>
                        </a:rPr>
                        <a:t>after</a:t>
                      </a:r>
                      <a:endParaRPr lang="en-US" sz="1600" dirty="0">
                        <a:solidFill>
                          <a:schemeClr val="accent4">
                            <a:lumMod val="75000"/>
                          </a:schemeClr>
                        </a:solidFill>
                      </a:endParaRPr>
                    </a:p>
                  </a:txBody>
                  <a:tcPr marL="182880" anchor="ctr">
                    <a:lnL w="12700" cap="flat" cmpd="sng" algn="ctr">
                      <a:solidFill>
                        <a:schemeClr val="bg1"/>
                      </a:solidFill>
                      <a:prstDash val="solid"/>
                      <a:round/>
                      <a:headEnd type="none" w="med" len="med"/>
                      <a:tailEnd type="none" w="med" len="med"/>
                    </a:lnL>
                    <a:lnR w="6350" cap="flat" cmpd="sng" algn="ctr">
                      <a:solidFill>
                        <a:srgbClr val="9798BE"/>
                      </a:solidFill>
                      <a:prstDash val="solid"/>
                      <a:round/>
                      <a:headEnd type="none" w="med" len="med"/>
                      <a:tailEnd type="none" w="med" len="med"/>
                    </a:lnR>
                    <a:lnT w="6350" cap="flat" cmpd="sng" algn="ctr">
                      <a:solidFill>
                        <a:srgbClr val="9798BE"/>
                      </a:solidFill>
                      <a:prstDash val="solid"/>
                      <a:round/>
                      <a:headEnd type="none" w="med" len="med"/>
                      <a:tailEnd type="none" w="med" len="med"/>
                    </a:lnT>
                    <a:lnB w="6350" cap="flat" cmpd="sng" algn="ctr">
                      <a:solidFill>
                        <a:srgbClr val="9798BE"/>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897784">
                <a:tc>
                  <a:txBody>
                    <a:bodyPr/>
                    <a:lstStyle/>
                    <a:p>
                      <a:endParaRPr lang="en-US" sz="2800" dirty="0">
                        <a:solidFill>
                          <a:schemeClr val="accent1"/>
                        </a:solidFill>
                      </a:endParaRPr>
                    </a:p>
                  </a:txBody>
                  <a:tcPr anchor="ctr">
                    <a:lnL w="6350" cap="flat" cmpd="sng" algn="ctr">
                      <a:solidFill>
                        <a:srgbClr val="9798BE"/>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9798BE"/>
                      </a:solidFill>
                      <a:prstDash val="solid"/>
                      <a:round/>
                      <a:headEnd type="none" w="med" len="med"/>
                      <a:tailEnd type="none" w="med" len="med"/>
                    </a:lnT>
                    <a:lnB w="6350" cap="flat" cmpd="sng" algn="ctr">
                      <a:solidFill>
                        <a:srgbClr val="9798B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800" dirty="0">
                          <a:solidFill>
                            <a:schemeClr val="accent1"/>
                          </a:solidFill>
                        </a:rPr>
                        <a:t>Ability</a:t>
                      </a:r>
                    </a:p>
                  </a:txBody>
                  <a:tcPr anchor="ctr">
                    <a:lnL w="63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9798BE"/>
                      </a:solidFill>
                      <a:prstDash val="solid"/>
                      <a:round/>
                      <a:headEnd type="none" w="med" len="med"/>
                      <a:tailEnd type="none" w="med" len="med"/>
                    </a:lnT>
                    <a:lnB w="6350" cap="flat" cmpd="sng" algn="ctr">
                      <a:solidFill>
                        <a:srgbClr val="9798B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000" dirty="0">
                          <a:solidFill>
                            <a:schemeClr val="accent4">
                              <a:lumMod val="75000"/>
                            </a:schemeClr>
                          </a:solidFill>
                        </a:rPr>
                        <a:t>To implement required </a:t>
                      </a:r>
                      <a:br>
                        <a:rPr lang="en-US" sz="2000" dirty="0">
                          <a:solidFill>
                            <a:schemeClr val="accent4">
                              <a:lumMod val="75000"/>
                            </a:schemeClr>
                          </a:solidFill>
                        </a:rPr>
                      </a:br>
                      <a:r>
                        <a:rPr lang="en-US" sz="2000" dirty="0">
                          <a:solidFill>
                            <a:schemeClr val="accent4">
                              <a:lumMod val="75000"/>
                            </a:schemeClr>
                          </a:solidFill>
                        </a:rPr>
                        <a:t>skills and behaviors</a:t>
                      </a:r>
                    </a:p>
                  </a:txBody>
                  <a:tcPr marL="1828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9798BE"/>
                      </a:solidFill>
                      <a:prstDash val="solid"/>
                      <a:round/>
                      <a:headEnd type="none" w="med" len="med"/>
                      <a:tailEnd type="none" w="med" len="med"/>
                    </a:lnT>
                    <a:lnB w="6350" cap="flat" cmpd="sng" algn="ctr">
                      <a:solidFill>
                        <a:srgbClr val="9798B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000" dirty="0">
                          <a:solidFill>
                            <a:schemeClr val="accent4">
                              <a:lumMod val="75000"/>
                            </a:schemeClr>
                          </a:solidFill>
                        </a:rPr>
                        <a:t>“I am able to…”</a:t>
                      </a:r>
                    </a:p>
                  </a:txBody>
                  <a:tcPr marL="1828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9798BE"/>
                      </a:solidFill>
                      <a:prstDash val="solid"/>
                      <a:round/>
                      <a:headEnd type="none" w="med" len="med"/>
                      <a:tailEnd type="none" w="med" len="med"/>
                    </a:lnT>
                    <a:lnB w="6350" cap="flat" cmpd="sng" algn="ctr">
                      <a:solidFill>
                        <a:srgbClr val="9798B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solidFill>
                            <a:schemeClr val="accent4">
                              <a:lumMod val="75000"/>
                            </a:schemeClr>
                          </a:solidFill>
                        </a:rPr>
                        <a:t>Size of the K-A gaps</a:t>
                      </a:r>
                    </a:p>
                    <a:p>
                      <a:r>
                        <a:rPr lang="en-US" sz="1600" dirty="0">
                          <a:solidFill>
                            <a:schemeClr val="accent4">
                              <a:lumMod val="75000"/>
                            </a:schemeClr>
                          </a:solidFill>
                        </a:rPr>
                        <a:t>Barriers/capacity</a:t>
                      </a:r>
                    </a:p>
                    <a:p>
                      <a:r>
                        <a:rPr lang="en-US" sz="1600" dirty="0">
                          <a:solidFill>
                            <a:schemeClr val="accent4">
                              <a:lumMod val="75000"/>
                            </a:schemeClr>
                          </a:solidFill>
                        </a:rPr>
                        <a:t>Practice/coaching</a:t>
                      </a:r>
                    </a:p>
                  </a:txBody>
                  <a:tcPr marL="182880" anchor="ctr">
                    <a:lnL w="12700" cap="flat" cmpd="sng" algn="ctr">
                      <a:solidFill>
                        <a:schemeClr val="bg1"/>
                      </a:solidFill>
                      <a:prstDash val="solid"/>
                      <a:round/>
                      <a:headEnd type="none" w="med" len="med"/>
                      <a:tailEnd type="none" w="med" len="med"/>
                    </a:lnL>
                    <a:lnR w="6350" cap="flat" cmpd="sng" algn="ctr">
                      <a:solidFill>
                        <a:srgbClr val="9798BE"/>
                      </a:solidFill>
                      <a:prstDash val="solid"/>
                      <a:round/>
                      <a:headEnd type="none" w="med" len="med"/>
                      <a:tailEnd type="none" w="med" len="med"/>
                    </a:lnR>
                    <a:lnT w="6350" cap="flat" cmpd="sng" algn="ctr">
                      <a:solidFill>
                        <a:srgbClr val="9798BE"/>
                      </a:solidFill>
                      <a:prstDash val="solid"/>
                      <a:round/>
                      <a:headEnd type="none" w="med" len="med"/>
                      <a:tailEnd type="none" w="med" len="med"/>
                    </a:lnT>
                    <a:lnB w="6350" cap="flat" cmpd="sng" algn="ctr">
                      <a:solidFill>
                        <a:srgbClr val="9798BE"/>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971454">
                <a:tc>
                  <a:txBody>
                    <a:bodyPr/>
                    <a:lstStyle/>
                    <a:p>
                      <a:endParaRPr lang="en-US" sz="2800" dirty="0">
                        <a:solidFill>
                          <a:schemeClr val="accent1"/>
                        </a:solidFill>
                      </a:endParaRPr>
                    </a:p>
                  </a:txBody>
                  <a:tcPr anchor="ctr">
                    <a:lnL w="6350" cap="flat" cmpd="sng" algn="ctr">
                      <a:solidFill>
                        <a:srgbClr val="9798BE"/>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9798BE"/>
                      </a:solidFill>
                      <a:prstDash val="solid"/>
                      <a:round/>
                      <a:headEnd type="none" w="med" len="med"/>
                      <a:tailEnd type="none" w="med" len="med"/>
                    </a:lnT>
                    <a:lnB w="6350" cap="flat" cmpd="sng" algn="ctr">
                      <a:solidFill>
                        <a:srgbClr val="9798B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800" dirty="0">
                          <a:solidFill>
                            <a:schemeClr val="accent1"/>
                          </a:solidFill>
                        </a:rPr>
                        <a:t>Reinforcement</a:t>
                      </a:r>
                    </a:p>
                  </a:txBody>
                  <a:tcPr anchor="ctr">
                    <a:lnL w="63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9798BE"/>
                      </a:solidFill>
                      <a:prstDash val="solid"/>
                      <a:round/>
                      <a:headEnd type="none" w="med" len="med"/>
                      <a:tailEnd type="none" w="med" len="med"/>
                    </a:lnT>
                    <a:lnB w="6350" cap="flat" cmpd="sng" algn="ctr">
                      <a:solidFill>
                        <a:srgbClr val="9798B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000" dirty="0">
                          <a:solidFill>
                            <a:schemeClr val="accent4">
                              <a:lumMod val="75000"/>
                            </a:schemeClr>
                          </a:solidFill>
                        </a:rPr>
                        <a:t>To sustain the change</a:t>
                      </a:r>
                    </a:p>
                  </a:txBody>
                  <a:tcPr marL="1828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9798BE"/>
                      </a:solidFill>
                      <a:prstDash val="solid"/>
                      <a:round/>
                      <a:headEnd type="none" w="med" len="med"/>
                      <a:tailEnd type="none" w="med" len="med"/>
                    </a:lnT>
                    <a:lnB w="6350" cap="flat" cmpd="sng" algn="ctr">
                      <a:solidFill>
                        <a:srgbClr val="9798B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000" dirty="0">
                          <a:solidFill>
                            <a:schemeClr val="accent4">
                              <a:lumMod val="75000"/>
                            </a:schemeClr>
                          </a:solidFill>
                        </a:rPr>
                        <a:t>“I will continue to…”</a:t>
                      </a:r>
                    </a:p>
                  </a:txBody>
                  <a:tcPr marL="1828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9798BE"/>
                      </a:solidFill>
                      <a:prstDash val="solid"/>
                      <a:round/>
                      <a:headEnd type="none" w="med" len="med"/>
                      <a:tailEnd type="none" w="med" len="med"/>
                    </a:lnT>
                    <a:lnB w="6350" cap="flat" cmpd="sng" algn="ctr">
                      <a:solidFill>
                        <a:srgbClr val="9798B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solidFill>
                            <a:schemeClr val="accent4">
                              <a:lumMod val="75000"/>
                            </a:schemeClr>
                          </a:solidFill>
                        </a:rPr>
                        <a:t>Mechanisms</a:t>
                      </a:r>
                    </a:p>
                    <a:p>
                      <a:r>
                        <a:rPr lang="en-US" sz="1600" dirty="0">
                          <a:solidFill>
                            <a:schemeClr val="accent4">
                              <a:lumMod val="75000"/>
                            </a:schemeClr>
                          </a:solidFill>
                        </a:rPr>
                        <a:t>Measurements</a:t>
                      </a:r>
                    </a:p>
                    <a:p>
                      <a:r>
                        <a:rPr lang="en-US" sz="1600" dirty="0">
                          <a:solidFill>
                            <a:schemeClr val="accent4">
                              <a:lumMod val="75000"/>
                            </a:schemeClr>
                          </a:solidFill>
                        </a:rPr>
                        <a:t>Sustainment</a:t>
                      </a:r>
                    </a:p>
                  </a:txBody>
                  <a:tcPr marL="182880" anchor="ctr">
                    <a:lnL w="12700" cap="flat" cmpd="sng" algn="ctr">
                      <a:solidFill>
                        <a:schemeClr val="bg1"/>
                      </a:solidFill>
                      <a:prstDash val="solid"/>
                      <a:round/>
                      <a:headEnd type="none" w="med" len="med"/>
                      <a:tailEnd type="none" w="med" len="med"/>
                    </a:lnL>
                    <a:lnR w="6350" cap="flat" cmpd="sng" algn="ctr">
                      <a:solidFill>
                        <a:srgbClr val="9798BE"/>
                      </a:solidFill>
                      <a:prstDash val="solid"/>
                      <a:round/>
                      <a:headEnd type="none" w="med" len="med"/>
                      <a:tailEnd type="none" w="med" len="med"/>
                    </a:lnR>
                    <a:lnT w="6350" cap="flat" cmpd="sng" algn="ctr">
                      <a:solidFill>
                        <a:srgbClr val="9798BE"/>
                      </a:solidFill>
                      <a:prstDash val="solid"/>
                      <a:round/>
                      <a:headEnd type="none" w="med" len="med"/>
                      <a:tailEnd type="none" w="med" len="med"/>
                    </a:lnT>
                    <a:lnB w="6350" cap="flat" cmpd="sng" algn="ctr">
                      <a:solidFill>
                        <a:srgbClr val="9798BE"/>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bl>
          </a:graphicData>
        </a:graphic>
      </p:graphicFrame>
      <p:sp>
        <p:nvSpPr>
          <p:cNvPr id="5" name="Title 1">
            <a:extLst>
              <a:ext uri="{FF2B5EF4-FFF2-40B4-BE49-F238E27FC236}">
                <a16:creationId xmlns:a16="http://schemas.microsoft.com/office/drawing/2014/main" id="{3901A57A-A137-4140-B21A-85C62E09713F}"/>
              </a:ext>
            </a:extLst>
          </p:cNvPr>
          <p:cNvSpPr txBox="1">
            <a:spLocks noGrp="1"/>
          </p:cNvSpPr>
          <p:nvPr>
            <p:ph type="title"/>
          </p:nvPr>
        </p:nvSpPr>
        <p:spPr>
          <a:prstGeom prst="rect">
            <a:avLst/>
          </a:prstGeom>
          <a:noFill/>
          <a:ln>
            <a:noFill/>
            <a:prstDash/>
          </a:ln>
          <a:effectLst/>
        </p:spPr>
        <p:txBody>
          <a:bodyPr rot="0" spcFirstLastPara="0" vertOverflow="overflow" horzOverflow="overflow" vert="horz" wrap="square" lIns="0" tIns="45720" rIns="0" bIns="45720" numCol="1" spcCol="0" rtlCol="0" fromWordArt="0" anchor="t" anchorCtr="0" forceAA="0" compatLnSpc="1">
            <a:prstTxWarp prst="textNoShape">
              <a:avLst/>
            </a:prstTxWarp>
            <a:noAutofit/>
          </a:bodyPr>
          <a:lstStyle>
            <a:lvl1pPr algn="l" defTabSz="914400" rtl="0" eaLnBrk="1" latinLnBrk="0" hangingPunct="1">
              <a:lnSpc>
                <a:spcPct val="90000"/>
              </a:lnSpc>
              <a:spcBef>
                <a:spcPct val="0"/>
              </a:spcBef>
              <a:buNone/>
              <a:defRPr lang="en-US" sz="3600" kern="1200" cap="none" baseline="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0" normalizeH="0" baseline="0" noProof="0" dirty="0">
                <a:ln>
                  <a:noFill/>
                </a:ln>
                <a:solidFill>
                  <a:schemeClr val="tx1"/>
                </a:solidFill>
                <a:effectLst/>
                <a:uLnTx/>
                <a:uFillTx/>
                <a:latin typeface="+mj-lt"/>
                <a:ea typeface="+mj-ea"/>
                <a:cs typeface="+mj-cs"/>
              </a:rPr>
              <a:t>ADKAR Model on a Page</a:t>
            </a:r>
          </a:p>
        </p:txBody>
      </p:sp>
      <p:sp>
        <p:nvSpPr>
          <p:cNvPr id="17" name="Oval 16">
            <a:extLst>
              <a:ext uri="{FF2B5EF4-FFF2-40B4-BE49-F238E27FC236}">
                <a16:creationId xmlns:a16="http://schemas.microsoft.com/office/drawing/2014/main" id="{25C9E852-63A6-4BCC-A968-E72FEC0FC479}"/>
              </a:ext>
              <a:ext uri="{C183D7F6-B498-43B3-948B-1728B52AA6E4}">
                <adec:decorative xmlns:adec="http://schemas.microsoft.com/office/drawing/2017/decorative" val="1"/>
              </a:ext>
            </a:extLst>
          </p:cNvPr>
          <p:cNvSpPr/>
          <p:nvPr/>
        </p:nvSpPr>
        <p:spPr>
          <a:xfrm>
            <a:off x="152400" y="1808445"/>
            <a:ext cx="457200" cy="457200"/>
          </a:xfrm>
          <a:prstGeom prst="ellipse">
            <a:avLst/>
          </a:prstGeom>
          <a:no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accent1"/>
                </a:solidFill>
                <a:latin typeface="+mj-lt"/>
              </a:rPr>
              <a:t>A</a:t>
            </a:r>
          </a:p>
        </p:txBody>
      </p:sp>
      <p:sp>
        <p:nvSpPr>
          <p:cNvPr id="18" name="Oval 17">
            <a:extLst>
              <a:ext uri="{FF2B5EF4-FFF2-40B4-BE49-F238E27FC236}">
                <a16:creationId xmlns:a16="http://schemas.microsoft.com/office/drawing/2014/main" id="{B12661C0-230B-4EE3-9D45-3D0E5043698E}"/>
              </a:ext>
              <a:ext uri="{C183D7F6-B498-43B3-948B-1728B52AA6E4}">
                <adec:decorative xmlns:adec="http://schemas.microsoft.com/office/drawing/2017/decorative" val="1"/>
              </a:ext>
            </a:extLst>
          </p:cNvPr>
          <p:cNvSpPr/>
          <p:nvPr/>
        </p:nvSpPr>
        <p:spPr>
          <a:xfrm>
            <a:off x="152400" y="5642538"/>
            <a:ext cx="457200" cy="457200"/>
          </a:xfrm>
          <a:prstGeom prst="ellipse">
            <a:avLst/>
          </a:prstGeom>
          <a:no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accent1"/>
                </a:solidFill>
                <a:latin typeface="+mj-lt"/>
              </a:rPr>
              <a:t>R</a:t>
            </a:r>
          </a:p>
        </p:txBody>
      </p:sp>
      <p:sp>
        <p:nvSpPr>
          <p:cNvPr id="19" name="Oval 18">
            <a:extLst>
              <a:ext uri="{FF2B5EF4-FFF2-40B4-BE49-F238E27FC236}">
                <a16:creationId xmlns:a16="http://schemas.microsoft.com/office/drawing/2014/main" id="{125F33EF-6719-47B9-95EB-03773D388ED5}"/>
              </a:ext>
              <a:ext uri="{C183D7F6-B498-43B3-948B-1728B52AA6E4}">
                <adec:decorative xmlns:adec="http://schemas.microsoft.com/office/drawing/2017/decorative" val="1"/>
              </a:ext>
            </a:extLst>
          </p:cNvPr>
          <p:cNvSpPr/>
          <p:nvPr/>
        </p:nvSpPr>
        <p:spPr>
          <a:xfrm>
            <a:off x="152400" y="4667916"/>
            <a:ext cx="457200" cy="457200"/>
          </a:xfrm>
          <a:prstGeom prst="ellipse">
            <a:avLst/>
          </a:prstGeom>
          <a:no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accent1"/>
                </a:solidFill>
                <a:latin typeface="+mj-lt"/>
              </a:rPr>
              <a:t>A</a:t>
            </a:r>
          </a:p>
        </p:txBody>
      </p:sp>
      <p:sp>
        <p:nvSpPr>
          <p:cNvPr id="20" name="Oval 19">
            <a:extLst>
              <a:ext uri="{FF2B5EF4-FFF2-40B4-BE49-F238E27FC236}">
                <a16:creationId xmlns:a16="http://schemas.microsoft.com/office/drawing/2014/main" id="{CEDFE69F-9AA4-459E-B396-16F83297821C}"/>
              </a:ext>
              <a:ext uri="{C183D7F6-B498-43B3-948B-1728B52AA6E4}">
                <adec:decorative xmlns:adec="http://schemas.microsoft.com/office/drawing/2017/decorative" val="1"/>
              </a:ext>
            </a:extLst>
          </p:cNvPr>
          <p:cNvSpPr/>
          <p:nvPr/>
        </p:nvSpPr>
        <p:spPr>
          <a:xfrm>
            <a:off x="152400" y="3719052"/>
            <a:ext cx="457200" cy="457200"/>
          </a:xfrm>
          <a:prstGeom prst="ellipse">
            <a:avLst/>
          </a:prstGeom>
          <a:no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accent1"/>
                </a:solidFill>
                <a:latin typeface="+mj-lt"/>
              </a:rPr>
              <a:t>K</a:t>
            </a:r>
          </a:p>
        </p:txBody>
      </p:sp>
      <p:sp>
        <p:nvSpPr>
          <p:cNvPr id="21" name="Oval 20">
            <a:extLst>
              <a:ext uri="{FF2B5EF4-FFF2-40B4-BE49-F238E27FC236}">
                <a16:creationId xmlns:a16="http://schemas.microsoft.com/office/drawing/2014/main" id="{6E9C734D-B816-42B0-B7BF-EFD42AD78BBB}"/>
              </a:ext>
              <a:ext uri="{C183D7F6-B498-43B3-948B-1728B52AA6E4}">
                <adec:decorative xmlns:adec="http://schemas.microsoft.com/office/drawing/2017/decorative" val="1"/>
              </a:ext>
            </a:extLst>
          </p:cNvPr>
          <p:cNvSpPr/>
          <p:nvPr/>
        </p:nvSpPr>
        <p:spPr>
          <a:xfrm>
            <a:off x="152400" y="2757309"/>
            <a:ext cx="457200" cy="457200"/>
          </a:xfrm>
          <a:prstGeom prst="ellipse">
            <a:avLst/>
          </a:prstGeom>
          <a:no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accent1"/>
                </a:solidFill>
                <a:latin typeface="+mj-lt"/>
              </a:rPr>
              <a:t>D</a:t>
            </a:r>
          </a:p>
        </p:txBody>
      </p:sp>
    </p:spTree>
    <p:extLst>
      <p:ext uri="{BB962C8B-B14F-4D97-AF65-F5344CB8AC3E}">
        <p14:creationId xmlns:p14="http://schemas.microsoft.com/office/powerpoint/2010/main" val="7651809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183C8-5537-4622-8439-E2A9DB34DAA9}"/>
              </a:ext>
            </a:extLst>
          </p:cNvPr>
          <p:cNvSpPr>
            <a:spLocks noGrp="1"/>
          </p:cNvSpPr>
          <p:nvPr>
            <p:ph type="title"/>
          </p:nvPr>
        </p:nvSpPr>
        <p:spPr/>
        <p:txBody>
          <a:bodyPr/>
          <a:lstStyle/>
          <a:p>
            <a:r>
              <a:rPr lang="en-US" dirty="0"/>
              <a:t>Consequences of Missing ADKAR Elements</a:t>
            </a:r>
          </a:p>
        </p:txBody>
      </p:sp>
      <p:sp>
        <p:nvSpPr>
          <p:cNvPr id="22" name="Rectangle 21">
            <a:extLst>
              <a:ext uri="{FF2B5EF4-FFF2-40B4-BE49-F238E27FC236}">
                <a16:creationId xmlns:a16="http://schemas.microsoft.com/office/drawing/2014/main" id="{A3D5FF05-513D-4EED-BD8A-6B7E210FEBCF}"/>
              </a:ext>
            </a:extLst>
          </p:cNvPr>
          <p:cNvSpPr/>
          <p:nvPr/>
        </p:nvSpPr>
        <p:spPr>
          <a:xfrm>
            <a:off x="1843031" y="1552646"/>
            <a:ext cx="3566160" cy="615553"/>
          </a:xfrm>
          <a:prstGeom prst="rect">
            <a:avLst/>
          </a:prstGeom>
        </p:spPr>
        <p:txBody>
          <a:bodyPr wrap="square" lIns="0" tIns="0" rIns="0" bIns="0">
            <a:spAutoFit/>
          </a:bodyPr>
          <a:lstStyle/>
          <a:p>
            <a:pPr>
              <a:spcAft>
                <a:spcPts val="600"/>
              </a:spcAft>
            </a:pPr>
            <a:r>
              <a:rPr lang="en-US" sz="2000" b="1" dirty="0">
                <a:solidFill>
                  <a:schemeClr val="accent1"/>
                </a:solidFill>
              </a:rPr>
              <a:t>Without Awareness and Desire you will see:</a:t>
            </a:r>
          </a:p>
        </p:txBody>
      </p:sp>
      <p:sp>
        <p:nvSpPr>
          <p:cNvPr id="24" name="Rectangle 23">
            <a:extLst>
              <a:ext uri="{FF2B5EF4-FFF2-40B4-BE49-F238E27FC236}">
                <a16:creationId xmlns:a16="http://schemas.microsoft.com/office/drawing/2014/main" id="{318E2CED-D962-45E8-BC97-E644E4C421CD}"/>
              </a:ext>
            </a:extLst>
          </p:cNvPr>
          <p:cNvSpPr/>
          <p:nvPr/>
        </p:nvSpPr>
        <p:spPr>
          <a:xfrm>
            <a:off x="5557212" y="1311719"/>
            <a:ext cx="5631487" cy="1174681"/>
          </a:xfrm>
          <a:prstGeom prst="rect">
            <a:avLst/>
          </a:prstGeom>
        </p:spPr>
        <p:txBody>
          <a:bodyPr wrap="square" lIns="0" tIns="0" rIns="0" bIns="0">
            <a:spAutoFit/>
          </a:bodyPr>
          <a:lstStyle/>
          <a:p>
            <a:pPr marL="285750" indent="-285750" defTabSz="914400" fontAlgn="base">
              <a:lnSpc>
                <a:spcPct val="85000"/>
              </a:lnSpc>
              <a:spcAft>
                <a:spcPts val="600"/>
              </a:spcAft>
              <a:buClr>
                <a:schemeClr val="accent3"/>
              </a:buClr>
              <a:buFont typeface="Arial" panose="020B0604020202020204" pitchFamily="34" charset="0"/>
              <a:buChar char="•"/>
            </a:pPr>
            <a:r>
              <a:rPr lang="en-US" dirty="0">
                <a:solidFill>
                  <a:schemeClr val="dk1"/>
                </a:solidFill>
              </a:rPr>
              <a:t>Employees asking the same questions over and over</a:t>
            </a:r>
          </a:p>
          <a:p>
            <a:pPr marL="285750" indent="-285750" defTabSz="914400" fontAlgn="base">
              <a:lnSpc>
                <a:spcPct val="85000"/>
              </a:lnSpc>
              <a:spcAft>
                <a:spcPts val="600"/>
              </a:spcAft>
              <a:buClr>
                <a:schemeClr val="accent3"/>
              </a:buClr>
              <a:buFont typeface="Arial" panose="020B0604020202020204" pitchFamily="34" charset="0"/>
              <a:buChar char="•"/>
            </a:pPr>
            <a:r>
              <a:rPr lang="en-US" dirty="0">
                <a:solidFill>
                  <a:schemeClr val="dk1"/>
                </a:solidFill>
              </a:rPr>
              <a:t>Lower productivity and higher turnover</a:t>
            </a:r>
          </a:p>
          <a:p>
            <a:pPr marL="285750" indent="-285750" defTabSz="914400" fontAlgn="base">
              <a:lnSpc>
                <a:spcPct val="85000"/>
              </a:lnSpc>
              <a:spcAft>
                <a:spcPts val="600"/>
              </a:spcAft>
              <a:buClr>
                <a:schemeClr val="accent3"/>
              </a:buClr>
              <a:buFont typeface="Arial" panose="020B0604020202020204" pitchFamily="34" charset="0"/>
              <a:buChar char="•"/>
            </a:pPr>
            <a:r>
              <a:rPr lang="en-US" dirty="0">
                <a:solidFill>
                  <a:schemeClr val="dk1"/>
                </a:solidFill>
              </a:rPr>
              <a:t>Hoarding of resources and information</a:t>
            </a:r>
          </a:p>
          <a:p>
            <a:pPr marL="285750" indent="-285750" defTabSz="914400" fontAlgn="base">
              <a:lnSpc>
                <a:spcPct val="85000"/>
              </a:lnSpc>
              <a:spcAft>
                <a:spcPts val="600"/>
              </a:spcAft>
              <a:buClr>
                <a:schemeClr val="accent3"/>
              </a:buClr>
              <a:buFont typeface="Arial" panose="020B0604020202020204" pitchFamily="34" charset="0"/>
              <a:buChar char="•"/>
            </a:pPr>
            <a:r>
              <a:rPr lang="en-US" dirty="0">
                <a:solidFill>
                  <a:schemeClr val="dk1"/>
                </a:solidFill>
              </a:rPr>
              <a:t>Delays in implementation</a:t>
            </a:r>
          </a:p>
        </p:txBody>
      </p:sp>
      <p:sp>
        <p:nvSpPr>
          <p:cNvPr id="25" name="Rectangle 24">
            <a:extLst>
              <a:ext uri="{FF2B5EF4-FFF2-40B4-BE49-F238E27FC236}">
                <a16:creationId xmlns:a16="http://schemas.microsoft.com/office/drawing/2014/main" id="{8A75A1D6-7787-4E39-B01C-D2BBE32B02EA}"/>
              </a:ext>
            </a:extLst>
          </p:cNvPr>
          <p:cNvSpPr/>
          <p:nvPr/>
        </p:nvSpPr>
        <p:spPr>
          <a:xfrm>
            <a:off x="1843031" y="3406846"/>
            <a:ext cx="3313169" cy="615553"/>
          </a:xfrm>
          <a:prstGeom prst="rect">
            <a:avLst/>
          </a:prstGeom>
        </p:spPr>
        <p:txBody>
          <a:bodyPr wrap="square" lIns="0" tIns="0" rIns="0" bIns="0">
            <a:spAutoFit/>
          </a:bodyPr>
          <a:lstStyle/>
          <a:p>
            <a:pPr>
              <a:spcAft>
                <a:spcPts val="600"/>
              </a:spcAft>
            </a:pPr>
            <a:r>
              <a:rPr lang="en-US" sz="2000" b="1" dirty="0">
                <a:solidFill>
                  <a:schemeClr val="accent1"/>
                </a:solidFill>
              </a:rPr>
              <a:t>Without Knowledge and Ability you will see:</a:t>
            </a:r>
          </a:p>
        </p:txBody>
      </p:sp>
      <p:sp>
        <p:nvSpPr>
          <p:cNvPr id="34" name="Rectangle 33">
            <a:extLst>
              <a:ext uri="{FF2B5EF4-FFF2-40B4-BE49-F238E27FC236}">
                <a16:creationId xmlns:a16="http://schemas.microsoft.com/office/drawing/2014/main" id="{744BDC51-8DBA-4723-A6C9-597734BCFC7A}"/>
              </a:ext>
            </a:extLst>
          </p:cNvPr>
          <p:cNvSpPr/>
          <p:nvPr/>
        </p:nvSpPr>
        <p:spPr>
          <a:xfrm>
            <a:off x="5557212" y="3165919"/>
            <a:ext cx="6095999" cy="1174681"/>
          </a:xfrm>
          <a:prstGeom prst="rect">
            <a:avLst/>
          </a:prstGeom>
        </p:spPr>
        <p:txBody>
          <a:bodyPr wrap="square" lIns="0" tIns="0" rIns="0" bIns="0">
            <a:spAutoFit/>
          </a:bodyPr>
          <a:lstStyle/>
          <a:p>
            <a:pPr marL="285750" indent="-285750" defTabSz="914400" fontAlgn="base">
              <a:lnSpc>
                <a:spcPct val="85000"/>
              </a:lnSpc>
              <a:spcAft>
                <a:spcPts val="600"/>
              </a:spcAft>
              <a:buClr>
                <a:schemeClr val="accent3"/>
              </a:buClr>
              <a:buFont typeface="Arial" panose="020B0604020202020204" pitchFamily="34" charset="0"/>
              <a:buChar char="•"/>
            </a:pPr>
            <a:r>
              <a:rPr lang="en-US" dirty="0">
                <a:solidFill>
                  <a:schemeClr val="dk1"/>
                </a:solidFill>
              </a:rPr>
              <a:t>Lower utilization or incorrect usage of new systems</a:t>
            </a:r>
          </a:p>
          <a:p>
            <a:pPr marL="285750" indent="-285750" defTabSz="914400" fontAlgn="base">
              <a:lnSpc>
                <a:spcPct val="85000"/>
              </a:lnSpc>
              <a:spcAft>
                <a:spcPts val="600"/>
              </a:spcAft>
              <a:buClr>
                <a:schemeClr val="accent3"/>
              </a:buClr>
              <a:buFont typeface="Arial" panose="020B0604020202020204" pitchFamily="34" charset="0"/>
              <a:buChar char="•"/>
            </a:pPr>
            <a:r>
              <a:rPr lang="en-US" dirty="0">
                <a:solidFill>
                  <a:schemeClr val="dk1"/>
                </a:solidFill>
              </a:rPr>
              <a:t>Employees worry whether they can be successful in the future</a:t>
            </a:r>
          </a:p>
          <a:p>
            <a:pPr marL="285750" indent="-285750" defTabSz="914400" fontAlgn="base">
              <a:lnSpc>
                <a:spcPct val="85000"/>
              </a:lnSpc>
              <a:spcAft>
                <a:spcPts val="600"/>
              </a:spcAft>
              <a:buClr>
                <a:schemeClr val="accent3"/>
              </a:buClr>
              <a:buFont typeface="Arial" panose="020B0604020202020204" pitchFamily="34" charset="0"/>
              <a:buChar char="•"/>
            </a:pPr>
            <a:r>
              <a:rPr lang="en-US" dirty="0">
                <a:solidFill>
                  <a:schemeClr val="dk1"/>
                </a:solidFill>
              </a:rPr>
              <a:t>Greater impact on customers and partners</a:t>
            </a:r>
          </a:p>
          <a:p>
            <a:pPr marL="285750" indent="-285750" defTabSz="914400" fontAlgn="base">
              <a:lnSpc>
                <a:spcPct val="85000"/>
              </a:lnSpc>
              <a:spcAft>
                <a:spcPts val="600"/>
              </a:spcAft>
              <a:buClr>
                <a:schemeClr val="accent3"/>
              </a:buClr>
              <a:buFont typeface="Arial" panose="020B0604020202020204" pitchFamily="34" charset="0"/>
              <a:buChar char="•"/>
            </a:pPr>
            <a:r>
              <a:rPr lang="en-US" dirty="0">
                <a:solidFill>
                  <a:schemeClr val="dk1"/>
                </a:solidFill>
              </a:rPr>
              <a:t>Sustained reduction in productivity</a:t>
            </a:r>
          </a:p>
        </p:txBody>
      </p:sp>
      <p:sp>
        <p:nvSpPr>
          <p:cNvPr id="35" name="Rectangle 34">
            <a:extLst>
              <a:ext uri="{FF2B5EF4-FFF2-40B4-BE49-F238E27FC236}">
                <a16:creationId xmlns:a16="http://schemas.microsoft.com/office/drawing/2014/main" id="{6BEEB916-733E-4B99-8C9B-8A7595D736BD}"/>
              </a:ext>
            </a:extLst>
          </p:cNvPr>
          <p:cNvSpPr/>
          <p:nvPr/>
        </p:nvSpPr>
        <p:spPr>
          <a:xfrm>
            <a:off x="1843031" y="5269636"/>
            <a:ext cx="3566160" cy="615553"/>
          </a:xfrm>
          <a:prstGeom prst="rect">
            <a:avLst/>
          </a:prstGeom>
        </p:spPr>
        <p:txBody>
          <a:bodyPr wrap="square" lIns="0" tIns="0" rIns="0" bIns="0">
            <a:spAutoFit/>
          </a:bodyPr>
          <a:lstStyle/>
          <a:p>
            <a:pPr>
              <a:spcAft>
                <a:spcPts val="600"/>
              </a:spcAft>
            </a:pPr>
            <a:r>
              <a:rPr lang="en-US" sz="2000" b="1" dirty="0">
                <a:solidFill>
                  <a:schemeClr val="accent1"/>
                </a:solidFill>
              </a:rPr>
              <a:t>Without Reinforcement</a:t>
            </a:r>
            <a:br>
              <a:rPr lang="en-US" sz="2000" b="1" dirty="0">
                <a:solidFill>
                  <a:schemeClr val="accent1"/>
                </a:solidFill>
              </a:rPr>
            </a:br>
            <a:r>
              <a:rPr lang="en-US" sz="2000" b="1" dirty="0">
                <a:solidFill>
                  <a:schemeClr val="accent1"/>
                </a:solidFill>
              </a:rPr>
              <a:t>you will see:</a:t>
            </a:r>
          </a:p>
        </p:txBody>
      </p:sp>
      <p:sp>
        <p:nvSpPr>
          <p:cNvPr id="36" name="Rectangle 35">
            <a:extLst>
              <a:ext uri="{FF2B5EF4-FFF2-40B4-BE49-F238E27FC236}">
                <a16:creationId xmlns:a16="http://schemas.microsoft.com/office/drawing/2014/main" id="{A299B283-246E-41C9-9101-4F6B0F35FE00}"/>
              </a:ext>
            </a:extLst>
          </p:cNvPr>
          <p:cNvSpPr/>
          <p:nvPr/>
        </p:nvSpPr>
        <p:spPr>
          <a:xfrm>
            <a:off x="5557212" y="5146269"/>
            <a:ext cx="5945392" cy="862287"/>
          </a:xfrm>
          <a:prstGeom prst="rect">
            <a:avLst/>
          </a:prstGeom>
        </p:spPr>
        <p:txBody>
          <a:bodyPr wrap="square" lIns="0" tIns="0" rIns="0" bIns="0">
            <a:spAutoFit/>
          </a:bodyPr>
          <a:lstStyle/>
          <a:p>
            <a:pPr marL="285750" indent="-285750" defTabSz="914400" fontAlgn="base">
              <a:lnSpc>
                <a:spcPct val="85000"/>
              </a:lnSpc>
              <a:spcAft>
                <a:spcPts val="600"/>
              </a:spcAft>
              <a:buClr>
                <a:schemeClr val="accent3"/>
              </a:buClr>
              <a:buFont typeface="Arial" panose="020B0604020202020204" pitchFamily="34" charset="0"/>
              <a:buChar char="•"/>
            </a:pPr>
            <a:r>
              <a:rPr lang="en-US" dirty="0">
                <a:solidFill>
                  <a:schemeClr val="dk1"/>
                </a:solidFill>
              </a:rPr>
              <a:t>Employees revert back to old ways of doing work</a:t>
            </a:r>
          </a:p>
          <a:p>
            <a:pPr marL="285750" indent="-285750" defTabSz="914400" fontAlgn="base">
              <a:lnSpc>
                <a:spcPct val="85000"/>
              </a:lnSpc>
              <a:spcAft>
                <a:spcPts val="600"/>
              </a:spcAft>
              <a:buClr>
                <a:schemeClr val="accent3"/>
              </a:buClr>
              <a:buFont typeface="Arial" panose="020B0604020202020204" pitchFamily="34" charset="0"/>
              <a:buChar char="•"/>
            </a:pPr>
            <a:r>
              <a:rPr lang="en-US" dirty="0">
                <a:solidFill>
                  <a:schemeClr val="dk1"/>
                </a:solidFill>
              </a:rPr>
              <a:t>Ultimate utilization is less than anticipated</a:t>
            </a:r>
          </a:p>
          <a:p>
            <a:pPr marL="285750" indent="-285750" defTabSz="914400" fontAlgn="base">
              <a:lnSpc>
                <a:spcPct val="85000"/>
              </a:lnSpc>
              <a:spcAft>
                <a:spcPts val="600"/>
              </a:spcAft>
              <a:buClr>
                <a:schemeClr val="accent3"/>
              </a:buClr>
              <a:buFont typeface="Arial" panose="020B0604020202020204" pitchFamily="34" charset="0"/>
              <a:buChar char="•"/>
            </a:pPr>
            <a:r>
              <a:rPr lang="en-US" dirty="0">
                <a:solidFill>
                  <a:schemeClr val="dk1"/>
                </a:solidFill>
              </a:rPr>
              <a:t>The organization creates a history of poorly managed change</a:t>
            </a:r>
          </a:p>
        </p:txBody>
      </p:sp>
      <p:grpSp>
        <p:nvGrpSpPr>
          <p:cNvPr id="37" name="Group 36">
            <a:extLst>
              <a:ext uri="{FF2B5EF4-FFF2-40B4-BE49-F238E27FC236}">
                <a16:creationId xmlns:a16="http://schemas.microsoft.com/office/drawing/2014/main" id="{2442DFDB-7CAB-4874-A1BF-0280C7DA37F7}"/>
              </a:ext>
              <a:ext uri="{C183D7F6-B498-43B3-948B-1728B52AA6E4}">
                <adec:decorative xmlns:adec="http://schemas.microsoft.com/office/drawing/2017/decorative" val="1"/>
              </a:ext>
            </a:extLst>
          </p:cNvPr>
          <p:cNvGrpSpPr>
            <a:grpSpLocks noChangeAspect="1"/>
          </p:cNvGrpSpPr>
          <p:nvPr/>
        </p:nvGrpSpPr>
        <p:grpSpPr>
          <a:xfrm>
            <a:off x="304800" y="1266062"/>
            <a:ext cx="1188720" cy="1188720"/>
            <a:chOff x="3885416" y="1348882"/>
            <a:chExt cx="944628" cy="944628"/>
          </a:xfrm>
        </p:grpSpPr>
        <p:sp>
          <p:nvSpPr>
            <p:cNvPr id="38" name="Oval 37">
              <a:extLst>
                <a:ext uri="{FF2B5EF4-FFF2-40B4-BE49-F238E27FC236}">
                  <a16:creationId xmlns:a16="http://schemas.microsoft.com/office/drawing/2014/main" id="{5F7A489A-5934-497E-ACF7-C3122AC1DB73}"/>
                </a:ext>
              </a:extLst>
            </p:cNvPr>
            <p:cNvSpPr>
              <a:spLocks noChangeAspect="1"/>
            </p:cNvSpPr>
            <p:nvPr/>
          </p:nvSpPr>
          <p:spPr>
            <a:xfrm>
              <a:off x="3885416" y="1348882"/>
              <a:ext cx="944628" cy="944628"/>
            </a:xfrm>
            <a:prstGeom prst="ellipse">
              <a:avLst/>
            </a:prstGeom>
            <a:solidFill>
              <a:srgbClr val="EDF0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9" name="Graphic 38">
              <a:extLst>
                <a:ext uri="{FF2B5EF4-FFF2-40B4-BE49-F238E27FC236}">
                  <a16:creationId xmlns:a16="http://schemas.microsoft.com/office/drawing/2014/main" id="{EC1FCE01-ACFE-4825-8E7A-9564C602F2FC}"/>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039120" y="1493188"/>
              <a:ext cx="667919" cy="658377"/>
            </a:xfrm>
            <a:prstGeom prst="rect">
              <a:avLst/>
            </a:prstGeom>
          </p:spPr>
        </p:pic>
      </p:grpSp>
      <p:grpSp>
        <p:nvGrpSpPr>
          <p:cNvPr id="40" name="Group 39">
            <a:extLst>
              <a:ext uri="{FF2B5EF4-FFF2-40B4-BE49-F238E27FC236}">
                <a16:creationId xmlns:a16="http://schemas.microsoft.com/office/drawing/2014/main" id="{6B34E337-D58B-403B-B65C-C94644089972}"/>
              </a:ext>
              <a:ext uri="{C183D7F6-B498-43B3-948B-1728B52AA6E4}">
                <adec:decorative xmlns:adec="http://schemas.microsoft.com/office/drawing/2017/decorative" val="1"/>
              </a:ext>
            </a:extLst>
          </p:cNvPr>
          <p:cNvGrpSpPr>
            <a:grpSpLocks noChangeAspect="1"/>
          </p:cNvGrpSpPr>
          <p:nvPr/>
        </p:nvGrpSpPr>
        <p:grpSpPr>
          <a:xfrm>
            <a:off x="304800" y="3120262"/>
            <a:ext cx="1188720" cy="1188720"/>
            <a:chOff x="7371762" y="4117299"/>
            <a:chExt cx="944628" cy="944628"/>
          </a:xfrm>
        </p:grpSpPr>
        <p:sp>
          <p:nvSpPr>
            <p:cNvPr id="41" name="Oval 40">
              <a:extLst>
                <a:ext uri="{FF2B5EF4-FFF2-40B4-BE49-F238E27FC236}">
                  <a16:creationId xmlns:a16="http://schemas.microsoft.com/office/drawing/2014/main" id="{AEF983D1-A248-4AD9-81D3-76EF21346CC7}"/>
                </a:ext>
              </a:extLst>
            </p:cNvPr>
            <p:cNvSpPr>
              <a:spLocks noChangeAspect="1"/>
            </p:cNvSpPr>
            <p:nvPr/>
          </p:nvSpPr>
          <p:spPr>
            <a:xfrm>
              <a:off x="7371762" y="4117299"/>
              <a:ext cx="944628" cy="944628"/>
            </a:xfrm>
            <a:prstGeom prst="ellipse">
              <a:avLst/>
            </a:prstGeom>
            <a:solidFill>
              <a:srgbClr val="EDF0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2" name="Graphic 41">
              <a:extLst>
                <a:ext uri="{FF2B5EF4-FFF2-40B4-BE49-F238E27FC236}">
                  <a16:creationId xmlns:a16="http://schemas.microsoft.com/office/drawing/2014/main" id="{FBB49FF3-CA3A-4EF6-B522-BC3DAD3F8B85}"/>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7516074" y="4235222"/>
              <a:ext cx="667919" cy="658377"/>
            </a:xfrm>
            <a:prstGeom prst="rect">
              <a:avLst/>
            </a:prstGeom>
          </p:spPr>
        </p:pic>
      </p:grpSp>
      <p:grpSp>
        <p:nvGrpSpPr>
          <p:cNvPr id="43" name="Group 42">
            <a:extLst>
              <a:ext uri="{FF2B5EF4-FFF2-40B4-BE49-F238E27FC236}">
                <a16:creationId xmlns:a16="http://schemas.microsoft.com/office/drawing/2014/main" id="{D4B5378F-85A1-4685-90CD-2A00110BA504}"/>
              </a:ext>
              <a:ext uri="{C183D7F6-B498-43B3-948B-1728B52AA6E4}">
                <adec:decorative xmlns:adec="http://schemas.microsoft.com/office/drawing/2017/decorative" val="1"/>
              </a:ext>
            </a:extLst>
          </p:cNvPr>
          <p:cNvGrpSpPr>
            <a:grpSpLocks noChangeAspect="1"/>
          </p:cNvGrpSpPr>
          <p:nvPr/>
        </p:nvGrpSpPr>
        <p:grpSpPr>
          <a:xfrm>
            <a:off x="304800" y="4983052"/>
            <a:ext cx="1188720" cy="1188720"/>
            <a:chOff x="10848681" y="4117299"/>
            <a:chExt cx="944628" cy="944628"/>
          </a:xfrm>
        </p:grpSpPr>
        <p:sp>
          <p:nvSpPr>
            <p:cNvPr id="44" name="Oval 43">
              <a:extLst>
                <a:ext uri="{FF2B5EF4-FFF2-40B4-BE49-F238E27FC236}">
                  <a16:creationId xmlns:a16="http://schemas.microsoft.com/office/drawing/2014/main" id="{7A506E79-9AB3-43C7-9DD0-2476F21D33B5}"/>
                </a:ext>
              </a:extLst>
            </p:cNvPr>
            <p:cNvSpPr>
              <a:spLocks noChangeAspect="1"/>
            </p:cNvSpPr>
            <p:nvPr/>
          </p:nvSpPr>
          <p:spPr>
            <a:xfrm>
              <a:off x="10848681" y="4117299"/>
              <a:ext cx="944628" cy="944628"/>
            </a:xfrm>
            <a:prstGeom prst="ellipse">
              <a:avLst/>
            </a:prstGeom>
            <a:solidFill>
              <a:srgbClr val="EDF0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5" name="Graphic 44">
              <a:extLst>
                <a:ext uri="{FF2B5EF4-FFF2-40B4-BE49-F238E27FC236}">
                  <a16:creationId xmlns:a16="http://schemas.microsoft.com/office/drawing/2014/main" id="{E6859557-5F62-425D-9F2B-18A013AE7B7E}"/>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1032163" y="4304972"/>
              <a:ext cx="591585" cy="543877"/>
            </a:xfrm>
            <a:prstGeom prst="rect">
              <a:avLst/>
            </a:prstGeom>
          </p:spPr>
        </p:pic>
      </p:grpSp>
      <p:cxnSp>
        <p:nvCxnSpPr>
          <p:cNvPr id="46" name="Straight Connector 45">
            <a:extLst>
              <a:ext uri="{FF2B5EF4-FFF2-40B4-BE49-F238E27FC236}">
                <a16:creationId xmlns:a16="http://schemas.microsoft.com/office/drawing/2014/main" id="{D5CF6637-B155-4926-9AF7-ADFCBBEE2504}"/>
              </a:ext>
              <a:ext uri="{C183D7F6-B498-43B3-948B-1728B52AA6E4}">
                <adec:decorative xmlns:adec="http://schemas.microsoft.com/office/drawing/2017/decorative" val="1"/>
              </a:ext>
            </a:extLst>
          </p:cNvPr>
          <p:cNvCxnSpPr>
            <a:cxnSpLocks/>
          </p:cNvCxnSpPr>
          <p:nvPr/>
        </p:nvCxnSpPr>
        <p:spPr>
          <a:xfrm>
            <a:off x="355600" y="2777000"/>
            <a:ext cx="1151890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6B897A1D-09E2-409C-9404-ECE058D3C6F7}"/>
              </a:ext>
              <a:ext uri="{C183D7F6-B498-43B3-948B-1728B52AA6E4}">
                <adec:decorative xmlns:adec="http://schemas.microsoft.com/office/drawing/2017/decorative" val="1"/>
              </a:ext>
            </a:extLst>
          </p:cNvPr>
          <p:cNvCxnSpPr>
            <a:cxnSpLocks/>
          </p:cNvCxnSpPr>
          <p:nvPr/>
        </p:nvCxnSpPr>
        <p:spPr>
          <a:xfrm>
            <a:off x="355600" y="4648200"/>
            <a:ext cx="1151890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48553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ADKAR Model Defines Successful Change at Scale</a:t>
            </a:r>
          </a:p>
        </p:txBody>
      </p:sp>
      <p:sp>
        <p:nvSpPr>
          <p:cNvPr id="1276" name="Rectangle 1275">
            <a:extLst>
              <a:ext uri="{FF2B5EF4-FFF2-40B4-BE49-F238E27FC236}">
                <a16:creationId xmlns:a16="http://schemas.microsoft.com/office/drawing/2014/main" id="{EEFBA94F-6383-42CF-8DB9-57E94A87F7CB}"/>
              </a:ext>
            </a:extLst>
          </p:cNvPr>
          <p:cNvSpPr/>
          <p:nvPr/>
        </p:nvSpPr>
        <p:spPr>
          <a:xfrm>
            <a:off x="859683" y="1408340"/>
            <a:ext cx="3509514" cy="276999"/>
          </a:xfrm>
          <a:prstGeom prst="rect">
            <a:avLst/>
          </a:prstGeom>
        </p:spPr>
        <p:txBody>
          <a:bodyPr wrap="square" tIns="0" bIns="0" anchor="t">
            <a:spAutoFit/>
          </a:bodyPr>
          <a:lstStyle/>
          <a:p>
            <a:pPr algn="ctr" defTabSz="914400">
              <a:defRPr/>
            </a:pPr>
            <a:r>
              <a:rPr lang="en-US" b="1" dirty="0"/>
              <a:t>Change with one person… </a:t>
            </a:r>
          </a:p>
        </p:txBody>
      </p:sp>
      <p:pic>
        <p:nvPicPr>
          <p:cNvPr id="1277" name="Picture 1276" descr="A single person.">
            <a:extLst>
              <a:ext uri="{FF2B5EF4-FFF2-40B4-BE49-F238E27FC236}">
                <a16:creationId xmlns:a16="http://schemas.microsoft.com/office/drawing/2014/main" id="{505781D7-1651-4C82-8E49-AD3FF7A46D4F}"/>
              </a:ext>
              <a:ext uri="{C183D7F6-B498-43B3-948B-1728B52AA6E4}">
                <adec:decorative xmlns:adec="http://schemas.microsoft.com/office/drawing/2017/decorative" val="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151078" y="1796405"/>
            <a:ext cx="926725" cy="926725"/>
          </a:xfrm>
          <a:prstGeom prst="rect">
            <a:avLst/>
          </a:prstGeom>
        </p:spPr>
      </p:pic>
      <p:sp>
        <p:nvSpPr>
          <p:cNvPr id="1278" name="Rectangle 1277">
            <a:extLst>
              <a:ext uri="{FF2B5EF4-FFF2-40B4-BE49-F238E27FC236}">
                <a16:creationId xmlns:a16="http://schemas.microsoft.com/office/drawing/2014/main" id="{A60D8A3D-F00F-4198-B3ED-B95EE5962379}"/>
              </a:ext>
            </a:extLst>
          </p:cNvPr>
          <p:cNvSpPr/>
          <p:nvPr/>
        </p:nvSpPr>
        <p:spPr>
          <a:xfrm>
            <a:off x="1418484" y="3089272"/>
            <a:ext cx="2391913" cy="276999"/>
          </a:xfrm>
          <a:prstGeom prst="rect">
            <a:avLst/>
          </a:prstGeom>
        </p:spPr>
        <p:txBody>
          <a:bodyPr wrap="square" tIns="0" bIns="0" anchor="t">
            <a:spAutoFit/>
          </a:bodyPr>
          <a:lstStyle/>
          <a:p>
            <a:pPr algn="ctr" defTabSz="914400">
              <a:defRPr/>
            </a:pPr>
            <a:r>
              <a:rPr lang="en-US" b="1" dirty="0"/>
              <a:t>Or five people…</a:t>
            </a:r>
          </a:p>
        </p:txBody>
      </p:sp>
      <p:grpSp>
        <p:nvGrpSpPr>
          <p:cNvPr id="1279" name="Group 1278" descr="A small group of five people.">
            <a:extLst>
              <a:ext uri="{FF2B5EF4-FFF2-40B4-BE49-F238E27FC236}">
                <a16:creationId xmlns:a16="http://schemas.microsoft.com/office/drawing/2014/main" id="{EE49D7A3-1D95-422B-91AB-78B569CCA9F8}"/>
              </a:ext>
            </a:extLst>
          </p:cNvPr>
          <p:cNvGrpSpPr>
            <a:grpSpLocks noChangeAspect="1"/>
          </p:cNvGrpSpPr>
          <p:nvPr/>
        </p:nvGrpSpPr>
        <p:grpSpPr>
          <a:xfrm>
            <a:off x="968520" y="3632823"/>
            <a:ext cx="3291840" cy="612045"/>
            <a:chOff x="4254986" y="2991554"/>
            <a:chExt cx="3744803" cy="696262"/>
          </a:xfrm>
        </p:grpSpPr>
        <p:pic>
          <p:nvPicPr>
            <p:cNvPr id="1280" name="Picture 1279">
              <a:extLst>
                <a:ext uri="{FF2B5EF4-FFF2-40B4-BE49-F238E27FC236}">
                  <a16:creationId xmlns:a16="http://schemas.microsoft.com/office/drawing/2014/main" id="{B8B24F6E-8262-4D43-BE4F-601D7FBAD682}"/>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017121" y="2991554"/>
              <a:ext cx="696262" cy="696262"/>
            </a:xfrm>
            <a:prstGeom prst="rect">
              <a:avLst/>
            </a:prstGeom>
          </p:spPr>
        </p:pic>
        <p:pic>
          <p:nvPicPr>
            <p:cNvPr id="1281" name="Picture 1280">
              <a:extLst>
                <a:ext uri="{FF2B5EF4-FFF2-40B4-BE49-F238E27FC236}">
                  <a16:creationId xmlns:a16="http://schemas.microsoft.com/office/drawing/2014/main" id="{65C46D0F-EA0E-474E-B528-A5D25B373F50}"/>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5779256" y="2991554"/>
              <a:ext cx="696262" cy="696262"/>
            </a:xfrm>
            <a:prstGeom prst="rect">
              <a:avLst/>
            </a:prstGeom>
          </p:spPr>
        </p:pic>
        <p:pic>
          <p:nvPicPr>
            <p:cNvPr id="1282" name="Picture 1281">
              <a:extLst>
                <a:ext uri="{FF2B5EF4-FFF2-40B4-BE49-F238E27FC236}">
                  <a16:creationId xmlns:a16="http://schemas.microsoft.com/office/drawing/2014/main" id="{C051171D-9C0F-47C0-AAB2-DE2A1C5EDAFD}"/>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541391" y="2991554"/>
              <a:ext cx="696262" cy="696262"/>
            </a:xfrm>
            <a:prstGeom prst="rect">
              <a:avLst/>
            </a:prstGeom>
          </p:spPr>
        </p:pic>
        <p:pic>
          <p:nvPicPr>
            <p:cNvPr id="1283" name="Picture 1282">
              <a:extLst>
                <a:ext uri="{FF2B5EF4-FFF2-40B4-BE49-F238E27FC236}">
                  <a16:creationId xmlns:a16="http://schemas.microsoft.com/office/drawing/2014/main" id="{00C16321-C997-42BA-BF81-FE402F03E89B}"/>
                </a:ext>
              </a:extLst>
            </p:cNvPr>
            <p:cNvPicPr>
              <a:picLocks noChangeAspect="1"/>
            </p:cNvPicPr>
            <p:nvPr/>
          </p:nvPicPr>
          <p:blipFill>
            <a:blip r:embed="rId7" cstate="screen">
              <a:extLst>
                <a:ext uri="{28A0092B-C50C-407E-A947-70E740481C1C}">
                  <a14:useLocalDpi xmlns:a14="http://schemas.microsoft.com/office/drawing/2010/main"/>
                </a:ext>
              </a:extLst>
            </a:blip>
            <a:srcRect/>
            <a:stretch/>
          </p:blipFill>
          <p:spPr>
            <a:xfrm>
              <a:off x="7303527" y="2991554"/>
              <a:ext cx="696262" cy="696262"/>
            </a:xfrm>
            <a:prstGeom prst="rect">
              <a:avLst/>
            </a:prstGeom>
          </p:spPr>
        </p:pic>
        <p:pic>
          <p:nvPicPr>
            <p:cNvPr id="1284" name="Picture 1283" descr="A person smiling for the camera&#10;&#10;Description automatically generated">
              <a:extLst>
                <a:ext uri="{FF2B5EF4-FFF2-40B4-BE49-F238E27FC236}">
                  <a16:creationId xmlns:a16="http://schemas.microsoft.com/office/drawing/2014/main" id="{BDC7C361-CB81-471A-AD6D-F2482E6B052D}"/>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4254986" y="2991554"/>
              <a:ext cx="696262" cy="696262"/>
            </a:xfrm>
            <a:prstGeom prst="rect">
              <a:avLst/>
            </a:prstGeom>
          </p:spPr>
        </p:pic>
      </p:grpSp>
      <p:sp>
        <p:nvSpPr>
          <p:cNvPr id="1285" name="Rectangle 1284">
            <a:extLst>
              <a:ext uri="{FF2B5EF4-FFF2-40B4-BE49-F238E27FC236}">
                <a16:creationId xmlns:a16="http://schemas.microsoft.com/office/drawing/2014/main" id="{4E6827D8-C1B9-4535-8FC3-7063756CE07A}"/>
              </a:ext>
            </a:extLst>
          </p:cNvPr>
          <p:cNvSpPr/>
          <p:nvPr/>
        </p:nvSpPr>
        <p:spPr>
          <a:xfrm>
            <a:off x="1588004" y="4729863"/>
            <a:ext cx="2052873" cy="276999"/>
          </a:xfrm>
          <a:prstGeom prst="rect">
            <a:avLst/>
          </a:prstGeom>
        </p:spPr>
        <p:txBody>
          <a:bodyPr wrap="square" tIns="0" bIns="0" anchor="t">
            <a:spAutoFit/>
          </a:bodyPr>
          <a:lstStyle/>
          <a:p>
            <a:pPr algn="ctr" defTabSz="914400">
              <a:defRPr/>
            </a:pPr>
            <a:r>
              <a:rPr lang="en-US" b="1" dirty="0"/>
              <a:t>Or 20 people…</a:t>
            </a:r>
          </a:p>
        </p:txBody>
      </p:sp>
      <p:grpSp>
        <p:nvGrpSpPr>
          <p:cNvPr id="1286" name="Group 1285" descr="A group of 20 people.">
            <a:extLst>
              <a:ext uri="{FF2B5EF4-FFF2-40B4-BE49-F238E27FC236}">
                <a16:creationId xmlns:a16="http://schemas.microsoft.com/office/drawing/2014/main" id="{3A027227-049F-491E-ACA8-8C96BA0178A6}"/>
              </a:ext>
            </a:extLst>
          </p:cNvPr>
          <p:cNvGrpSpPr/>
          <p:nvPr/>
        </p:nvGrpSpPr>
        <p:grpSpPr>
          <a:xfrm>
            <a:off x="384654" y="5248892"/>
            <a:ext cx="4459572" cy="858831"/>
            <a:chOff x="6548099" y="2910378"/>
            <a:chExt cx="4200389" cy="808917"/>
          </a:xfrm>
        </p:grpSpPr>
        <p:pic>
          <p:nvPicPr>
            <p:cNvPr id="1287" name="Picture 1286">
              <a:extLst>
                <a:ext uri="{FF2B5EF4-FFF2-40B4-BE49-F238E27FC236}">
                  <a16:creationId xmlns:a16="http://schemas.microsoft.com/office/drawing/2014/main" id="{9A0C0F75-E0D8-41C6-BA1B-3887581F86B2}"/>
                </a:ext>
              </a:extLst>
            </p:cNvPr>
            <p:cNvPicPr>
              <a:picLocks noChangeAspect="1"/>
            </p:cNvPicPr>
            <p:nvPr/>
          </p:nvPicPr>
          <p:blipFill>
            <a:blip r:embed="rId9" cstate="screen">
              <a:extLst>
                <a:ext uri="{28A0092B-C50C-407E-A947-70E740481C1C}">
                  <a14:useLocalDpi xmlns:a14="http://schemas.microsoft.com/office/drawing/2010/main"/>
                </a:ext>
              </a:extLst>
            </a:blip>
            <a:srcRect/>
            <a:stretch/>
          </p:blipFill>
          <p:spPr>
            <a:xfrm>
              <a:off x="6976213" y="2910378"/>
              <a:ext cx="347362" cy="347362"/>
            </a:xfrm>
            <a:prstGeom prst="rect">
              <a:avLst/>
            </a:prstGeom>
          </p:spPr>
        </p:pic>
        <p:pic>
          <p:nvPicPr>
            <p:cNvPr id="1288" name="Picture 1287">
              <a:extLst>
                <a:ext uri="{FF2B5EF4-FFF2-40B4-BE49-F238E27FC236}">
                  <a16:creationId xmlns:a16="http://schemas.microsoft.com/office/drawing/2014/main" id="{7290D6CE-8C40-46E7-9138-C5547AC8DFB2}"/>
                </a:ext>
              </a:extLst>
            </p:cNvPr>
            <p:cNvPicPr>
              <a:picLocks noChangeAspect="1"/>
            </p:cNvPicPr>
            <p:nvPr/>
          </p:nvPicPr>
          <p:blipFill>
            <a:blip r:embed="rId10" cstate="screen">
              <a:extLst>
                <a:ext uri="{28A0092B-C50C-407E-A947-70E740481C1C}">
                  <a14:useLocalDpi xmlns:a14="http://schemas.microsoft.com/office/drawing/2010/main"/>
                </a:ext>
              </a:extLst>
            </a:blip>
            <a:srcRect/>
            <a:stretch/>
          </p:blipFill>
          <p:spPr>
            <a:xfrm>
              <a:off x="7404327" y="2910378"/>
              <a:ext cx="347362" cy="347362"/>
            </a:xfrm>
            <a:prstGeom prst="rect">
              <a:avLst/>
            </a:prstGeom>
          </p:spPr>
        </p:pic>
        <p:pic>
          <p:nvPicPr>
            <p:cNvPr id="1289" name="Picture 1288">
              <a:extLst>
                <a:ext uri="{FF2B5EF4-FFF2-40B4-BE49-F238E27FC236}">
                  <a16:creationId xmlns:a16="http://schemas.microsoft.com/office/drawing/2014/main" id="{AF59C6D1-C17E-45A8-8C4A-D2CB62AFA67A}"/>
                </a:ext>
              </a:extLst>
            </p:cNvPr>
            <p:cNvPicPr>
              <a:picLocks noChangeAspect="1"/>
            </p:cNvPicPr>
            <p:nvPr/>
          </p:nvPicPr>
          <p:blipFill>
            <a:blip r:embed="rId11" cstate="screen">
              <a:extLst>
                <a:ext uri="{28A0092B-C50C-407E-A947-70E740481C1C}">
                  <a14:useLocalDpi xmlns:a14="http://schemas.microsoft.com/office/drawing/2010/main"/>
                </a:ext>
              </a:extLst>
            </a:blip>
            <a:srcRect/>
            <a:stretch/>
          </p:blipFill>
          <p:spPr>
            <a:xfrm>
              <a:off x="7832441" y="2910378"/>
              <a:ext cx="347362" cy="347362"/>
            </a:xfrm>
            <a:prstGeom prst="rect">
              <a:avLst/>
            </a:prstGeom>
          </p:spPr>
        </p:pic>
        <p:pic>
          <p:nvPicPr>
            <p:cNvPr id="1290" name="Picture 1289">
              <a:extLst>
                <a:ext uri="{FF2B5EF4-FFF2-40B4-BE49-F238E27FC236}">
                  <a16:creationId xmlns:a16="http://schemas.microsoft.com/office/drawing/2014/main" id="{2903B056-97F9-4738-97B1-DE9586B1E5B1}"/>
                </a:ext>
              </a:extLst>
            </p:cNvPr>
            <p:cNvPicPr>
              <a:picLocks noChangeAspect="1"/>
            </p:cNvPicPr>
            <p:nvPr/>
          </p:nvPicPr>
          <p:blipFill>
            <a:blip r:embed="rId12" cstate="screen">
              <a:extLst>
                <a:ext uri="{28A0092B-C50C-407E-A947-70E740481C1C}">
                  <a14:useLocalDpi xmlns:a14="http://schemas.microsoft.com/office/drawing/2010/main"/>
                </a:ext>
              </a:extLst>
            </a:blip>
            <a:srcRect/>
            <a:stretch/>
          </p:blipFill>
          <p:spPr>
            <a:xfrm>
              <a:off x="8260555" y="2910378"/>
              <a:ext cx="347362" cy="347362"/>
            </a:xfrm>
            <a:prstGeom prst="rect">
              <a:avLst/>
            </a:prstGeom>
          </p:spPr>
        </p:pic>
        <p:pic>
          <p:nvPicPr>
            <p:cNvPr id="1291" name="Picture 1290" descr="A person smiling for the camera&#10;&#10;Description automatically generated">
              <a:extLst>
                <a:ext uri="{FF2B5EF4-FFF2-40B4-BE49-F238E27FC236}">
                  <a16:creationId xmlns:a16="http://schemas.microsoft.com/office/drawing/2014/main" id="{5256BCBB-6D20-4F18-B956-DE117EE067EF}"/>
                </a:ext>
              </a:extLst>
            </p:cNvPr>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6548099" y="2910378"/>
              <a:ext cx="347362" cy="347362"/>
            </a:xfrm>
            <a:prstGeom prst="rect">
              <a:avLst/>
            </a:prstGeom>
          </p:spPr>
        </p:pic>
        <p:pic>
          <p:nvPicPr>
            <p:cNvPr id="1292" name="Picture 1291">
              <a:extLst>
                <a:ext uri="{FF2B5EF4-FFF2-40B4-BE49-F238E27FC236}">
                  <a16:creationId xmlns:a16="http://schemas.microsoft.com/office/drawing/2014/main" id="{186BDE73-89CF-4C87-B79E-16E938B50F92}"/>
                </a:ext>
              </a:extLst>
            </p:cNvPr>
            <p:cNvPicPr>
              <a:picLocks noChangeAspect="1"/>
            </p:cNvPicPr>
            <p:nvPr/>
          </p:nvPicPr>
          <p:blipFill>
            <a:blip r:embed="rId14" cstate="screen">
              <a:extLst>
                <a:ext uri="{28A0092B-C50C-407E-A947-70E740481C1C}">
                  <a14:useLocalDpi xmlns:a14="http://schemas.microsoft.com/office/drawing/2010/main"/>
                </a:ext>
              </a:extLst>
            </a:blip>
            <a:srcRect/>
            <a:stretch/>
          </p:blipFill>
          <p:spPr>
            <a:xfrm>
              <a:off x="9116783" y="2910378"/>
              <a:ext cx="347362" cy="347362"/>
            </a:xfrm>
            <a:prstGeom prst="rect">
              <a:avLst/>
            </a:prstGeom>
          </p:spPr>
        </p:pic>
        <p:pic>
          <p:nvPicPr>
            <p:cNvPr id="1293" name="Picture 1292">
              <a:extLst>
                <a:ext uri="{FF2B5EF4-FFF2-40B4-BE49-F238E27FC236}">
                  <a16:creationId xmlns:a16="http://schemas.microsoft.com/office/drawing/2014/main" id="{354BF767-935B-4302-AEE9-D6A505D8DA3E}"/>
                </a:ext>
              </a:extLst>
            </p:cNvPr>
            <p:cNvPicPr>
              <a:picLocks noChangeAspect="1"/>
            </p:cNvPicPr>
            <p:nvPr/>
          </p:nvPicPr>
          <p:blipFill>
            <a:blip r:embed="rId15" cstate="screen">
              <a:extLst>
                <a:ext uri="{28A0092B-C50C-407E-A947-70E740481C1C}">
                  <a14:useLocalDpi xmlns:a14="http://schemas.microsoft.com/office/drawing/2010/main"/>
                </a:ext>
              </a:extLst>
            </a:blip>
            <a:srcRect/>
            <a:stretch/>
          </p:blipFill>
          <p:spPr>
            <a:xfrm>
              <a:off x="9544897" y="2910378"/>
              <a:ext cx="347362" cy="347362"/>
            </a:xfrm>
            <a:prstGeom prst="rect">
              <a:avLst/>
            </a:prstGeom>
          </p:spPr>
        </p:pic>
        <p:pic>
          <p:nvPicPr>
            <p:cNvPr id="1294" name="Picture 1293">
              <a:extLst>
                <a:ext uri="{FF2B5EF4-FFF2-40B4-BE49-F238E27FC236}">
                  <a16:creationId xmlns:a16="http://schemas.microsoft.com/office/drawing/2014/main" id="{25ED99F1-680B-4895-AE1E-EE93D86C2720}"/>
                </a:ext>
              </a:extLst>
            </p:cNvPr>
            <p:cNvPicPr>
              <a:picLocks noChangeAspect="1"/>
            </p:cNvPicPr>
            <p:nvPr/>
          </p:nvPicPr>
          <p:blipFill>
            <a:blip r:embed="rId16" cstate="screen">
              <a:extLst>
                <a:ext uri="{28A0092B-C50C-407E-A947-70E740481C1C}">
                  <a14:useLocalDpi xmlns:a14="http://schemas.microsoft.com/office/drawing/2010/main"/>
                </a:ext>
              </a:extLst>
            </a:blip>
            <a:srcRect/>
            <a:stretch/>
          </p:blipFill>
          <p:spPr>
            <a:xfrm>
              <a:off x="9973011" y="2910378"/>
              <a:ext cx="347362" cy="347362"/>
            </a:xfrm>
            <a:prstGeom prst="rect">
              <a:avLst/>
            </a:prstGeom>
          </p:spPr>
        </p:pic>
        <p:pic>
          <p:nvPicPr>
            <p:cNvPr id="1295" name="Picture 1294">
              <a:extLst>
                <a:ext uri="{FF2B5EF4-FFF2-40B4-BE49-F238E27FC236}">
                  <a16:creationId xmlns:a16="http://schemas.microsoft.com/office/drawing/2014/main" id="{1779C242-C9C9-4BC3-A6FD-7A14ADE88AF0}"/>
                </a:ext>
              </a:extLst>
            </p:cNvPr>
            <p:cNvPicPr>
              <a:picLocks noChangeAspect="1"/>
            </p:cNvPicPr>
            <p:nvPr/>
          </p:nvPicPr>
          <p:blipFill>
            <a:blip r:embed="rId17" cstate="screen">
              <a:extLst>
                <a:ext uri="{28A0092B-C50C-407E-A947-70E740481C1C}">
                  <a14:useLocalDpi xmlns:a14="http://schemas.microsoft.com/office/drawing/2010/main"/>
                </a:ext>
              </a:extLst>
            </a:blip>
            <a:srcRect/>
            <a:stretch/>
          </p:blipFill>
          <p:spPr>
            <a:xfrm>
              <a:off x="10401126" y="2910378"/>
              <a:ext cx="347362" cy="347362"/>
            </a:xfrm>
            <a:prstGeom prst="rect">
              <a:avLst/>
            </a:prstGeom>
          </p:spPr>
        </p:pic>
        <p:pic>
          <p:nvPicPr>
            <p:cNvPr id="1296" name="Picture 1295">
              <a:extLst>
                <a:ext uri="{FF2B5EF4-FFF2-40B4-BE49-F238E27FC236}">
                  <a16:creationId xmlns:a16="http://schemas.microsoft.com/office/drawing/2014/main" id="{497BAFF6-4D59-4623-8332-EE554AFF6CC8}"/>
                </a:ext>
              </a:extLst>
            </p:cNvPr>
            <p:cNvPicPr>
              <a:picLocks noChangeAspect="1"/>
            </p:cNvPicPr>
            <p:nvPr/>
          </p:nvPicPr>
          <p:blipFill>
            <a:blip r:embed="rId18" cstate="screen">
              <a:extLst>
                <a:ext uri="{28A0092B-C50C-407E-A947-70E740481C1C}">
                  <a14:useLocalDpi xmlns:a14="http://schemas.microsoft.com/office/drawing/2010/main"/>
                </a:ext>
              </a:extLst>
            </a:blip>
            <a:srcRect/>
            <a:stretch/>
          </p:blipFill>
          <p:spPr>
            <a:xfrm>
              <a:off x="8688669" y="2910378"/>
              <a:ext cx="347362" cy="347362"/>
            </a:xfrm>
            <a:prstGeom prst="rect">
              <a:avLst/>
            </a:prstGeom>
          </p:spPr>
        </p:pic>
        <p:pic>
          <p:nvPicPr>
            <p:cNvPr id="1297" name="Picture 1296">
              <a:extLst>
                <a:ext uri="{FF2B5EF4-FFF2-40B4-BE49-F238E27FC236}">
                  <a16:creationId xmlns:a16="http://schemas.microsoft.com/office/drawing/2014/main" id="{AB4BA79C-5525-44DD-9A10-D9FB0E9B96DD}"/>
                </a:ext>
              </a:extLst>
            </p:cNvPr>
            <p:cNvPicPr>
              <a:picLocks noChangeAspect="1"/>
            </p:cNvPicPr>
            <p:nvPr/>
          </p:nvPicPr>
          <p:blipFill>
            <a:blip r:embed="rId16" cstate="screen">
              <a:extLst>
                <a:ext uri="{28A0092B-C50C-407E-A947-70E740481C1C}">
                  <a14:useLocalDpi xmlns:a14="http://schemas.microsoft.com/office/drawing/2010/main"/>
                </a:ext>
              </a:extLst>
            </a:blip>
            <a:srcRect/>
            <a:stretch/>
          </p:blipFill>
          <p:spPr>
            <a:xfrm>
              <a:off x="6976213" y="3371933"/>
              <a:ext cx="347362" cy="347362"/>
            </a:xfrm>
            <a:prstGeom prst="rect">
              <a:avLst/>
            </a:prstGeom>
          </p:spPr>
        </p:pic>
        <p:pic>
          <p:nvPicPr>
            <p:cNvPr id="1298" name="Picture 1297">
              <a:extLst>
                <a:ext uri="{FF2B5EF4-FFF2-40B4-BE49-F238E27FC236}">
                  <a16:creationId xmlns:a16="http://schemas.microsoft.com/office/drawing/2014/main" id="{9685E7A9-50E7-4336-895F-25501FCBFCC5}"/>
                </a:ext>
              </a:extLst>
            </p:cNvPr>
            <p:cNvPicPr>
              <a:picLocks noChangeAspect="1"/>
            </p:cNvPicPr>
            <p:nvPr/>
          </p:nvPicPr>
          <p:blipFill>
            <a:blip r:embed="rId19" cstate="screen">
              <a:extLst>
                <a:ext uri="{28A0092B-C50C-407E-A947-70E740481C1C}">
                  <a14:useLocalDpi xmlns:a14="http://schemas.microsoft.com/office/drawing/2010/main"/>
                </a:ext>
              </a:extLst>
            </a:blip>
            <a:srcRect/>
            <a:stretch/>
          </p:blipFill>
          <p:spPr>
            <a:xfrm>
              <a:off x="7404327" y="3371933"/>
              <a:ext cx="347362" cy="347362"/>
            </a:xfrm>
            <a:prstGeom prst="rect">
              <a:avLst/>
            </a:prstGeom>
          </p:spPr>
        </p:pic>
        <p:pic>
          <p:nvPicPr>
            <p:cNvPr id="1299" name="Picture 1298">
              <a:extLst>
                <a:ext uri="{FF2B5EF4-FFF2-40B4-BE49-F238E27FC236}">
                  <a16:creationId xmlns:a16="http://schemas.microsoft.com/office/drawing/2014/main" id="{20A0601E-1484-440A-9072-19541C7C38DB}"/>
                </a:ext>
              </a:extLst>
            </p:cNvPr>
            <p:cNvPicPr>
              <a:picLocks noChangeAspect="1"/>
            </p:cNvPicPr>
            <p:nvPr/>
          </p:nvPicPr>
          <p:blipFill>
            <a:blip r:embed="rId20" cstate="screen">
              <a:extLst>
                <a:ext uri="{28A0092B-C50C-407E-A947-70E740481C1C}">
                  <a14:useLocalDpi xmlns:a14="http://schemas.microsoft.com/office/drawing/2010/main"/>
                </a:ext>
              </a:extLst>
            </a:blip>
            <a:srcRect/>
            <a:stretch/>
          </p:blipFill>
          <p:spPr>
            <a:xfrm>
              <a:off x="7832441" y="3371933"/>
              <a:ext cx="347362" cy="347362"/>
            </a:xfrm>
            <a:prstGeom prst="rect">
              <a:avLst/>
            </a:prstGeom>
          </p:spPr>
        </p:pic>
        <p:pic>
          <p:nvPicPr>
            <p:cNvPr id="1300" name="Picture 1299">
              <a:extLst>
                <a:ext uri="{FF2B5EF4-FFF2-40B4-BE49-F238E27FC236}">
                  <a16:creationId xmlns:a16="http://schemas.microsoft.com/office/drawing/2014/main" id="{235408B7-89C3-40A4-86D3-FB4CB8FDEE5C}"/>
                </a:ext>
              </a:extLst>
            </p:cNvPr>
            <p:cNvPicPr>
              <a:picLocks noChangeAspect="1"/>
            </p:cNvPicPr>
            <p:nvPr/>
          </p:nvPicPr>
          <p:blipFill>
            <a:blip r:embed="rId17" cstate="screen">
              <a:extLst>
                <a:ext uri="{28A0092B-C50C-407E-A947-70E740481C1C}">
                  <a14:useLocalDpi xmlns:a14="http://schemas.microsoft.com/office/drawing/2010/main"/>
                </a:ext>
              </a:extLst>
            </a:blip>
            <a:srcRect/>
            <a:stretch/>
          </p:blipFill>
          <p:spPr>
            <a:xfrm>
              <a:off x="8260555" y="3371933"/>
              <a:ext cx="347362" cy="347362"/>
            </a:xfrm>
            <a:prstGeom prst="rect">
              <a:avLst/>
            </a:prstGeom>
          </p:spPr>
        </p:pic>
        <p:pic>
          <p:nvPicPr>
            <p:cNvPr id="1301" name="Picture 1300">
              <a:extLst>
                <a:ext uri="{FF2B5EF4-FFF2-40B4-BE49-F238E27FC236}">
                  <a16:creationId xmlns:a16="http://schemas.microsoft.com/office/drawing/2014/main" id="{3868B07E-A6FD-45BB-8785-FE1616CF24CB}"/>
                </a:ext>
              </a:extLst>
            </p:cNvPr>
            <p:cNvPicPr>
              <a:picLocks noChangeAspect="1"/>
            </p:cNvPicPr>
            <p:nvPr/>
          </p:nvPicPr>
          <p:blipFill>
            <a:blip r:embed="rId21" cstate="screen">
              <a:extLst>
                <a:ext uri="{28A0092B-C50C-407E-A947-70E740481C1C}">
                  <a14:useLocalDpi xmlns:a14="http://schemas.microsoft.com/office/drawing/2010/main"/>
                </a:ext>
              </a:extLst>
            </a:blip>
            <a:srcRect/>
            <a:stretch/>
          </p:blipFill>
          <p:spPr>
            <a:xfrm>
              <a:off x="6548099" y="3371933"/>
              <a:ext cx="347362" cy="347362"/>
            </a:xfrm>
            <a:prstGeom prst="rect">
              <a:avLst/>
            </a:prstGeom>
          </p:spPr>
        </p:pic>
        <p:pic>
          <p:nvPicPr>
            <p:cNvPr id="1302" name="Picture 1301">
              <a:extLst>
                <a:ext uri="{FF2B5EF4-FFF2-40B4-BE49-F238E27FC236}">
                  <a16:creationId xmlns:a16="http://schemas.microsoft.com/office/drawing/2014/main" id="{F7F3074B-91E4-4DB6-8B62-91C49042C8C6}"/>
                </a:ext>
              </a:extLst>
            </p:cNvPr>
            <p:cNvPicPr>
              <a:picLocks noChangeAspect="1"/>
            </p:cNvPicPr>
            <p:nvPr/>
          </p:nvPicPr>
          <p:blipFill>
            <a:blip r:embed="rId22" cstate="screen">
              <a:extLst>
                <a:ext uri="{28A0092B-C50C-407E-A947-70E740481C1C}">
                  <a14:useLocalDpi xmlns:a14="http://schemas.microsoft.com/office/drawing/2010/main"/>
                </a:ext>
              </a:extLst>
            </a:blip>
            <a:srcRect/>
            <a:stretch/>
          </p:blipFill>
          <p:spPr>
            <a:xfrm>
              <a:off x="9116783" y="3371933"/>
              <a:ext cx="347362" cy="347362"/>
            </a:xfrm>
            <a:prstGeom prst="rect">
              <a:avLst/>
            </a:prstGeom>
          </p:spPr>
        </p:pic>
        <p:pic>
          <p:nvPicPr>
            <p:cNvPr id="1303" name="Picture 1302">
              <a:extLst>
                <a:ext uri="{FF2B5EF4-FFF2-40B4-BE49-F238E27FC236}">
                  <a16:creationId xmlns:a16="http://schemas.microsoft.com/office/drawing/2014/main" id="{0A1CA44B-8027-40FE-B2DB-DDE13A072D81}"/>
                </a:ext>
              </a:extLst>
            </p:cNvPr>
            <p:cNvPicPr>
              <a:picLocks noChangeAspect="1"/>
            </p:cNvPicPr>
            <p:nvPr/>
          </p:nvPicPr>
          <p:blipFill>
            <a:blip r:embed="rId11" cstate="screen">
              <a:extLst>
                <a:ext uri="{28A0092B-C50C-407E-A947-70E740481C1C}">
                  <a14:useLocalDpi xmlns:a14="http://schemas.microsoft.com/office/drawing/2010/main"/>
                </a:ext>
              </a:extLst>
            </a:blip>
            <a:srcRect/>
            <a:stretch/>
          </p:blipFill>
          <p:spPr>
            <a:xfrm>
              <a:off x="9544897" y="3371933"/>
              <a:ext cx="347362" cy="347362"/>
            </a:xfrm>
            <a:prstGeom prst="rect">
              <a:avLst/>
            </a:prstGeom>
          </p:spPr>
        </p:pic>
        <p:pic>
          <p:nvPicPr>
            <p:cNvPr id="1304" name="Picture 1303">
              <a:extLst>
                <a:ext uri="{FF2B5EF4-FFF2-40B4-BE49-F238E27FC236}">
                  <a16:creationId xmlns:a16="http://schemas.microsoft.com/office/drawing/2014/main" id="{9B0A99CC-E846-49EB-9624-10E4EBEC01B4}"/>
                </a:ext>
              </a:extLst>
            </p:cNvPr>
            <p:cNvPicPr>
              <a:picLocks noChangeAspect="1"/>
            </p:cNvPicPr>
            <p:nvPr/>
          </p:nvPicPr>
          <p:blipFill>
            <a:blip r:embed="rId13" cstate="screen">
              <a:extLst>
                <a:ext uri="{28A0092B-C50C-407E-A947-70E740481C1C}">
                  <a14:useLocalDpi xmlns:a14="http://schemas.microsoft.com/office/drawing/2010/main"/>
                </a:ext>
              </a:extLst>
            </a:blip>
            <a:srcRect/>
            <a:stretch/>
          </p:blipFill>
          <p:spPr>
            <a:xfrm>
              <a:off x="9973011" y="3371933"/>
              <a:ext cx="347362" cy="347362"/>
            </a:xfrm>
            <a:prstGeom prst="rect">
              <a:avLst/>
            </a:prstGeom>
          </p:spPr>
        </p:pic>
        <p:pic>
          <p:nvPicPr>
            <p:cNvPr id="1305" name="Picture 1304">
              <a:extLst>
                <a:ext uri="{FF2B5EF4-FFF2-40B4-BE49-F238E27FC236}">
                  <a16:creationId xmlns:a16="http://schemas.microsoft.com/office/drawing/2014/main" id="{F5F51E10-86DB-4002-A4F1-BDCB9E23CBD1}"/>
                </a:ext>
              </a:extLst>
            </p:cNvPr>
            <p:cNvPicPr>
              <a:picLocks noChangeAspect="1"/>
            </p:cNvPicPr>
            <p:nvPr/>
          </p:nvPicPr>
          <p:blipFill>
            <a:blip r:embed="rId9" cstate="screen">
              <a:extLst>
                <a:ext uri="{28A0092B-C50C-407E-A947-70E740481C1C}">
                  <a14:useLocalDpi xmlns:a14="http://schemas.microsoft.com/office/drawing/2010/main"/>
                </a:ext>
              </a:extLst>
            </a:blip>
            <a:srcRect/>
            <a:stretch/>
          </p:blipFill>
          <p:spPr>
            <a:xfrm>
              <a:off x="10401126" y="3371933"/>
              <a:ext cx="347362" cy="347362"/>
            </a:xfrm>
            <a:prstGeom prst="rect">
              <a:avLst/>
            </a:prstGeom>
          </p:spPr>
        </p:pic>
        <p:pic>
          <p:nvPicPr>
            <p:cNvPr id="1306" name="Picture 1305">
              <a:extLst>
                <a:ext uri="{FF2B5EF4-FFF2-40B4-BE49-F238E27FC236}">
                  <a16:creationId xmlns:a16="http://schemas.microsoft.com/office/drawing/2014/main" id="{C9AA8E74-A373-4723-8A74-B8206CF8278B}"/>
                </a:ext>
              </a:extLst>
            </p:cNvPr>
            <p:cNvPicPr>
              <a:picLocks noChangeAspect="1"/>
            </p:cNvPicPr>
            <p:nvPr/>
          </p:nvPicPr>
          <p:blipFill>
            <a:blip r:embed="rId23" cstate="screen">
              <a:extLst>
                <a:ext uri="{28A0092B-C50C-407E-A947-70E740481C1C}">
                  <a14:useLocalDpi xmlns:a14="http://schemas.microsoft.com/office/drawing/2010/main"/>
                </a:ext>
              </a:extLst>
            </a:blip>
            <a:srcRect/>
            <a:stretch/>
          </p:blipFill>
          <p:spPr>
            <a:xfrm>
              <a:off x="8688669" y="3371933"/>
              <a:ext cx="347362" cy="347362"/>
            </a:xfrm>
            <a:prstGeom prst="rect">
              <a:avLst/>
            </a:prstGeom>
          </p:spPr>
        </p:pic>
      </p:grpSp>
      <p:sp>
        <p:nvSpPr>
          <p:cNvPr id="1307" name="Rectangle 1306">
            <a:extLst>
              <a:ext uri="{FF2B5EF4-FFF2-40B4-BE49-F238E27FC236}">
                <a16:creationId xmlns:a16="http://schemas.microsoft.com/office/drawing/2014/main" id="{0099C49E-1084-4ECF-B19A-ABD1E4DDDA63}"/>
              </a:ext>
            </a:extLst>
          </p:cNvPr>
          <p:cNvSpPr/>
          <p:nvPr/>
        </p:nvSpPr>
        <p:spPr>
          <a:xfrm>
            <a:off x="6279679" y="1456506"/>
            <a:ext cx="4257675" cy="276999"/>
          </a:xfrm>
          <a:prstGeom prst="rect">
            <a:avLst/>
          </a:prstGeom>
        </p:spPr>
        <p:txBody>
          <a:bodyPr wrap="square" tIns="0" bIns="0" anchor="t">
            <a:spAutoFit/>
          </a:bodyPr>
          <a:lstStyle/>
          <a:p>
            <a:pPr algn="ctr" defTabSz="914400">
              <a:defRPr/>
            </a:pPr>
            <a:r>
              <a:rPr lang="en-US" b="1" dirty="0"/>
              <a:t>Or 1,000 people…</a:t>
            </a:r>
          </a:p>
        </p:txBody>
      </p:sp>
      <p:pic>
        <p:nvPicPr>
          <p:cNvPr id="1308" name="Picture 1307" descr="A large group of 1000 people.">
            <a:extLst>
              <a:ext uri="{FF2B5EF4-FFF2-40B4-BE49-F238E27FC236}">
                <a16:creationId xmlns:a16="http://schemas.microsoft.com/office/drawing/2014/main" id="{08A45FF4-B758-4AA2-A043-0B62B185A42F}"/>
              </a:ext>
            </a:extLst>
          </p:cNvPr>
          <p:cNvPicPr>
            <a:picLocks noChangeAspect="1"/>
          </p:cNvPicPr>
          <p:nvPr/>
        </p:nvPicPr>
        <p:blipFill>
          <a:blip r:embed="rId24">
            <a:extLst>
              <a:ext uri="{28A0092B-C50C-407E-A947-70E740481C1C}">
                <a14:useLocalDpi xmlns:a14="http://schemas.microsoft.com/office/drawing/2010/main"/>
              </a:ext>
            </a:extLst>
          </a:blip>
          <a:stretch>
            <a:fillRect/>
          </a:stretch>
        </p:blipFill>
        <p:spPr>
          <a:xfrm>
            <a:off x="5521080" y="1983642"/>
            <a:ext cx="6261100" cy="4203700"/>
          </a:xfrm>
          <a:prstGeom prst="rect">
            <a:avLst/>
          </a:prstGeom>
        </p:spPr>
      </p:pic>
    </p:spTree>
    <p:extLst>
      <p:ext uri="{BB962C8B-B14F-4D97-AF65-F5344CB8AC3E}">
        <p14:creationId xmlns:p14="http://schemas.microsoft.com/office/powerpoint/2010/main" val="21622655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8" name="Group 107">
            <a:extLst>
              <a:ext uri="{FF2B5EF4-FFF2-40B4-BE49-F238E27FC236}">
                <a16:creationId xmlns:a16="http://schemas.microsoft.com/office/drawing/2014/main" id="{8133169E-6590-E146-A039-C3BF144625FC}"/>
              </a:ext>
              <a:ext uri="{C183D7F6-B498-43B3-948B-1728B52AA6E4}">
                <adec:decorative xmlns:adec="http://schemas.microsoft.com/office/drawing/2017/decorative" val="1"/>
              </a:ext>
            </a:extLst>
          </p:cNvPr>
          <p:cNvGrpSpPr/>
          <p:nvPr/>
        </p:nvGrpSpPr>
        <p:grpSpPr>
          <a:xfrm>
            <a:off x="363998" y="3523336"/>
            <a:ext cx="822960" cy="822960"/>
            <a:chOff x="374690" y="3512402"/>
            <a:chExt cx="822960" cy="822960"/>
          </a:xfrm>
        </p:grpSpPr>
        <p:pic>
          <p:nvPicPr>
            <p:cNvPr id="109" name="Picture 108">
              <a:extLst>
                <a:ext uri="{FF2B5EF4-FFF2-40B4-BE49-F238E27FC236}">
                  <a16:creationId xmlns:a16="http://schemas.microsoft.com/office/drawing/2014/main" id="{6A7C2A05-9E12-974F-99FF-1E10EACE94F9}"/>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374690" y="3512402"/>
              <a:ext cx="822960" cy="822960"/>
            </a:xfrm>
            <a:prstGeom prst="rect">
              <a:avLst/>
            </a:prstGeom>
          </p:spPr>
        </p:pic>
        <p:pic>
          <p:nvPicPr>
            <p:cNvPr id="110" name="Graphic 109">
              <a:extLst>
                <a:ext uri="{FF2B5EF4-FFF2-40B4-BE49-F238E27FC236}">
                  <a16:creationId xmlns:a16="http://schemas.microsoft.com/office/drawing/2014/main" id="{F4897E9F-5829-A649-9E49-24C3102A7CCB}"/>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400478" y="3547673"/>
              <a:ext cx="774286" cy="774286"/>
            </a:xfrm>
            <a:prstGeom prst="rect">
              <a:avLst/>
            </a:prstGeom>
          </p:spPr>
        </p:pic>
      </p:grpSp>
      <p:sp>
        <p:nvSpPr>
          <p:cNvPr id="2" name="Title 1">
            <a:extLst>
              <a:ext uri="{FF2B5EF4-FFF2-40B4-BE49-F238E27FC236}">
                <a16:creationId xmlns:a16="http://schemas.microsoft.com/office/drawing/2014/main" id="{0F834046-48E9-0641-A77C-2D14AF4E8A2F}"/>
              </a:ext>
            </a:extLst>
          </p:cNvPr>
          <p:cNvSpPr>
            <a:spLocks noGrp="1"/>
          </p:cNvSpPr>
          <p:nvPr>
            <p:ph type="title"/>
          </p:nvPr>
        </p:nvSpPr>
        <p:spPr/>
        <p:txBody>
          <a:bodyPr/>
          <a:lstStyle/>
          <a:p>
            <a:r>
              <a:rPr lang="en-US" dirty="0"/>
              <a:t>People Change at Different Paces</a:t>
            </a:r>
          </a:p>
        </p:txBody>
      </p:sp>
      <p:sp>
        <p:nvSpPr>
          <p:cNvPr id="4" name="Rectangle 10">
            <a:extLst>
              <a:ext uri="{FF2B5EF4-FFF2-40B4-BE49-F238E27FC236}">
                <a16:creationId xmlns:a16="http://schemas.microsoft.com/office/drawing/2014/main" id="{6DB8ECB3-E68B-9543-B892-C4924F1B7E47}"/>
              </a:ext>
            </a:extLst>
          </p:cNvPr>
          <p:cNvSpPr>
            <a:spLocks noChangeArrowheads="1"/>
          </p:cNvSpPr>
          <p:nvPr/>
        </p:nvSpPr>
        <p:spPr bwMode="auto">
          <a:xfrm>
            <a:off x="1358551" y="1974169"/>
            <a:ext cx="1015766" cy="330679"/>
          </a:xfrm>
          <a:prstGeom prst="rect">
            <a:avLst/>
          </a:prstGeom>
          <a:noFill/>
          <a:ln w="9525">
            <a:noFill/>
            <a:miter lim="800000"/>
            <a:headEnd/>
            <a:tailEnd/>
          </a:ln>
        </p:spPr>
        <p:txBody>
          <a:bodyPr wrap="none" lIns="0" tIns="27432" rIns="0" bIns="27432" anchor="ctr">
            <a:noAutofit/>
          </a:bodyPr>
          <a:lstStyle/>
          <a:p>
            <a:r>
              <a:rPr lang="en-US" dirty="0"/>
              <a:t>Kavita</a:t>
            </a:r>
          </a:p>
        </p:txBody>
      </p:sp>
      <p:sp>
        <p:nvSpPr>
          <p:cNvPr id="5" name="Rectangle 16">
            <a:extLst>
              <a:ext uri="{FF2B5EF4-FFF2-40B4-BE49-F238E27FC236}">
                <a16:creationId xmlns:a16="http://schemas.microsoft.com/office/drawing/2014/main" id="{55B982C5-1F9E-2941-8B5A-7137A2A5F3F0}"/>
              </a:ext>
            </a:extLst>
          </p:cNvPr>
          <p:cNvSpPr>
            <a:spLocks noChangeArrowheads="1"/>
          </p:cNvSpPr>
          <p:nvPr/>
        </p:nvSpPr>
        <p:spPr bwMode="auto">
          <a:xfrm>
            <a:off x="1358551" y="2871823"/>
            <a:ext cx="1004200" cy="330679"/>
          </a:xfrm>
          <a:prstGeom prst="rect">
            <a:avLst/>
          </a:prstGeom>
          <a:noFill/>
          <a:ln w="9525">
            <a:noFill/>
            <a:miter lim="800000"/>
            <a:headEnd/>
            <a:tailEnd/>
          </a:ln>
        </p:spPr>
        <p:txBody>
          <a:bodyPr wrap="none" lIns="0" tIns="27432" rIns="0" bIns="27432" anchor="ctr">
            <a:noAutofit/>
          </a:bodyPr>
          <a:lstStyle/>
          <a:p>
            <a:r>
              <a:rPr lang="en-US" dirty="0"/>
              <a:t>Rahim</a:t>
            </a:r>
          </a:p>
        </p:txBody>
      </p:sp>
      <p:sp>
        <p:nvSpPr>
          <p:cNvPr id="6" name="Rectangle 22">
            <a:extLst>
              <a:ext uri="{FF2B5EF4-FFF2-40B4-BE49-F238E27FC236}">
                <a16:creationId xmlns:a16="http://schemas.microsoft.com/office/drawing/2014/main" id="{33A5940B-C892-FC4B-B73C-019EB9DF795E}"/>
              </a:ext>
            </a:extLst>
          </p:cNvPr>
          <p:cNvSpPr>
            <a:spLocks noChangeArrowheads="1"/>
          </p:cNvSpPr>
          <p:nvPr/>
        </p:nvSpPr>
        <p:spPr bwMode="auto">
          <a:xfrm>
            <a:off x="1358551" y="3769477"/>
            <a:ext cx="994560" cy="330679"/>
          </a:xfrm>
          <a:prstGeom prst="rect">
            <a:avLst/>
          </a:prstGeom>
          <a:noFill/>
          <a:ln w="9525">
            <a:noFill/>
            <a:miter lim="800000"/>
            <a:headEnd/>
            <a:tailEnd/>
          </a:ln>
        </p:spPr>
        <p:txBody>
          <a:bodyPr wrap="none" lIns="0" tIns="27432" rIns="0" bIns="27432" anchor="ctr">
            <a:noAutofit/>
          </a:bodyPr>
          <a:lstStyle/>
          <a:p>
            <a:r>
              <a:rPr lang="en-US" dirty="0"/>
              <a:t>Grace</a:t>
            </a:r>
          </a:p>
        </p:txBody>
      </p:sp>
      <p:sp>
        <p:nvSpPr>
          <p:cNvPr id="7" name="Rectangle 28">
            <a:extLst>
              <a:ext uri="{FF2B5EF4-FFF2-40B4-BE49-F238E27FC236}">
                <a16:creationId xmlns:a16="http://schemas.microsoft.com/office/drawing/2014/main" id="{23E7B8E5-E33F-F943-B836-9DC4EBA0C447}"/>
              </a:ext>
            </a:extLst>
          </p:cNvPr>
          <p:cNvSpPr>
            <a:spLocks noChangeArrowheads="1"/>
          </p:cNvSpPr>
          <p:nvPr/>
        </p:nvSpPr>
        <p:spPr bwMode="auto">
          <a:xfrm>
            <a:off x="1358551" y="4667131"/>
            <a:ext cx="1023477" cy="330679"/>
          </a:xfrm>
          <a:prstGeom prst="rect">
            <a:avLst/>
          </a:prstGeom>
          <a:noFill/>
          <a:ln w="9525">
            <a:noFill/>
            <a:miter lim="800000"/>
            <a:headEnd/>
            <a:tailEnd/>
          </a:ln>
        </p:spPr>
        <p:txBody>
          <a:bodyPr wrap="none" lIns="0" tIns="27432" rIns="0" bIns="27432" anchor="ctr">
            <a:noAutofit/>
          </a:bodyPr>
          <a:lstStyle/>
          <a:p>
            <a:r>
              <a:rPr lang="en-US" dirty="0"/>
              <a:t>Alana</a:t>
            </a:r>
          </a:p>
        </p:txBody>
      </p:sp>
      <p:sp>
        <p:nvSpPr>
          <p:cNvPr id="8" name="Rectangle 34">
            <a:extLst>
              <a:ext uri="{FF2B5EF4-FFF2-40B4-BE49-F238E27FC236}">
                <a16:creationId xmlns:a16="http://schemas.microsoft.com/office/drawing/2014/main" id="{C7371E1D-DDA3-954A-94B9-9B9D819CE09C}"/>
              </a:ext>
            </a:extLst>
          </p:cNvPr>
          <p:cNvSpPr>
            <a:spLocks noChangeArrowheads="1"/>
          </p:cNvSpPr>
          <p:nvPr/>
        </p:nvSpPr>
        <p:spPr bwMode="auto">
          <a:xfrm>
            <a:off x="1358551" y="5564784"/>
            <a:ext cx="982993" cy="330679"/>
          </a:xfrm>
          <a:prstGeom prst="rect">
            <a:avLst/>
          </a:prstGeom>
          <a:noFill/>
          <a:ln w="9525">
            <a:noFill/>
            <a:miter lim="800000"/>
            <a:headEnd/>
            <a:tailEnd/>
          </a:ln>
        </p:spPr>
        <p:txBody>
          <a:bodyPr wrap="none" lIns="0" tIns="27432" rIns="0" bIns="27432" anchor="ctr">
            <a:noAutofit/>
          </a:bodyPr>
          <a:lstStyle/>
          <a:p>
            <a:r>
              <a:rPr lang="en-US" dirty="0"/>
              <a:t>Eric</a:t>
            </a:r>
          </a:p>
        </p:txBody>
      </p:sp>
      <p:grpSp>
        <p:nvGrpSpPr>
          <p:cNvPr id="13" name="Group 12">
            <a:extLst>
              <a:ext uri="{FF2B5EF4-FFF2-40B4-BE49-F238E27FC236}">
                <a16:creationId xmlns:a16="http://schemas.microsoft.com/office/drawing/2014/main" id="{2759AF70-BC1F-8D42-99BA-AA8F47D80702}"/>
              </a:ext>
            </a:extLst>
          </p:cNvPr>
          <p:cNvGrpSpPr/>
          <p:nvPr/>
        </p:nvGrpSpPr>
        <p:grpSpPr>
          <a:xfrm>
            <a:off x="2250104" y="1794071"/>
            <a:ext cx="9381600" cy="4259484"/>
            <a:chOff x="2234254" y="1676186"/>
            <a:chExt cx="6675174" cy="4475199"/>
          </a:xfrm>
        </p:grpSpPr>
        <p:cxnSp>
          <p:nvCxnSpPr>
            <p:cNvPr id="68" name="Straight Connector 67">
              <a:extLst>
                <a:ext uri="{FF2B5EF4-FFF2-40B4-BE49-F238E27FC236}">
                  <a16:creationId xmlns:a16="http://schemas.microsoft.com/office/drawing/2014/main" id="{F6F31242-AE3E-6E4C-8DC9-08ED8745EAA5}"/>
                </a:ext>
              </a:extLst>
            </p:cNvPr>
            <p:cNvCxnSpPr/>
            <p:nvPr/>
          </p:nvCxnSpPr>
          <p:spPr>
            <a:xfrm>
              <a:off x="2234254" y="1676186"/>
              <a:ext cx="0" cy="4475199"/>
            </a:xfrm>
            <a:prstGeom prst="line">
              <a:avLst/>
            </a:prstGeom>
            <a:ln w="3175">
              <a:solidFill>
                <a:srgbClr val="CFD1D2"/>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3EC65529-655D-4C41-B8F6-B90E5B02642B}"/>
                </a:ext>
              </a:extLst>
            </p:cNvPr>
            <p:cNvCxnSpPr/>
            <p:nvPr/>
          </p:nvCxnSpPr>
          <p:spPr>
            <a:xfrm>
              <a:off x="2524479" y="1676186"/>
              <a:ext cx="0" cy="4475199"/>
            </a:xfrm>
            <a:prstGeom prst="line">
              <a:avLst/>
            </a:prstGeom>
            <a:ln w="3175">
              <a:solidFill>
                <a:srgbClr val="CFD1D2"/>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E96DDED6-A97A-5D47-8EB9-7C9C6F4D9E00}"/>
                </a:ext>
              </a:extLst>
            </p:cNvPr>
            <p:cNvCxnSpPr/>
            <p:nvPr/>
          </p:nvCxnSpPr>
          <p:spPr>
            <a:xfrm>
              <a:off x="2814704" y="1676186"/>
              <a:ext cx="0" cy="4475199"/>
            </a:xfrm>
            <a:prstGeom prst="line">
              <a:avLst/>
            </a:prstGeom>
            <a:ln w="3175">
              <a:solidFill>
                <a:srgbClr val="CFD1D2"/>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A4B0EE17-55D9-6C4A-A826-C4C5D3E335B3}"/>
                </a:ext>
              </a:extLst>
            </p:cNvPr>
            <p:cNvCxnSpPr/>
            <p:nvPr/>
          </p:nvCxnSpPr>
          <p:spPr>
            <a:xfrm>
              <a:off x="3104929" y="1676186"/>
              <a:ext cx="0" cy="4475199"/>
            </a:xfrm>
            <a:prstGeom prst="line">
              <a:avLst/>
            </a:prstGeom>
            <a:ln w="3175">
              <a:solidFill>
                <a:srgbClr val="CFD1D2"/>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0D298C6D-1EC7-5D4C-A3D8-6F4A1A118E97}"/>
                </a:ext>
              </a:extLst>
            </p:cNvPr>
            <p:cNvCxnSpPr/>
            <p:nvPr/>
          </p:nvCxnSpPr>
          <p:spPr>
            <a:xfrm>
              <a:off x="3395154" y="1676186"/>
              <a:ext cx="0" cy="4475199"/>
            </a:xfrm>
            <a:prstGeom prst="line">
              <a:avLst/>
            </a:prstGeom>
            <a:ln w="3175">
              <a:solidFill>
                <a:srgbClr val="CFD1D2"/>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CBC05D31-838C-3241-B4D0-1C3DDCD26276}"/>
                </a:ext>
              </a:extLst>
            </p:cNvPr>
            <p:cNvCxnSpPr/>
            <p:nvPr/>
          </p:nvCxnSpPr>
          <p:spPr>
            <a:xfrm>
              <a:off x="3685379" y="1676186"/>
              <a:ext cx="0" cy="4475199"/>
            </a:xfrm>
            <a:prstGeom prst="line">
              <a:avLst/>
            </a:prstGeom>
            <a:ln w="3175">
              <a:solidFill>
                <a:srgbClr val="CFD1D2"/>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A3E76C42-BB9D-F348-857F-F50470F2FB70}"/>
                </a:ext>
              </a:extLst>
            </p:cNvPr>
            <p:cNvCxnSpPr/>
            <p:nvPr/>
          </p:nvCxnSpPr>
          <p:spPr>
            <a:xfrm>
              <a:off x="3975604" y="1676186"/>
              <a:ext cx="0" cy="4475199"/>
            </a:xfrm>
            <a:prstGeom prst="line">
              <a:avLst/>
            </a:prstGeom>
            <a:ln w="3175">
              <a:solidFill>
                <a:srgbClr val="CFD1D2"/>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9C0F931E-3A87-C54E-81B6-41762A715914}"/>
                </a:ext>
              </a:extLst>
            </p:cNvPr>
            <p:cNvCxnSpPr/>
            <p:nvPr/>
          </p:nvCxnSpPr>
          <p:spPr>
            <a:xfrm>
              <a:off x="4265829" y="1676186"/>
              <a:ext cx="0" cy="4475199"/>
            </a:xfrm>
            <a:prstGeom prst="line">
              <a:avLst/>
            </a:prstGeom>
            <a:ln w="3175">
              <a:solidFill>
                <a:srgbClr val="CFD1D2"/>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9D717506-0E8D-8F41-8C8C-4BC1D3A9C966}"/>
                </a:ext>
              </a:extLst>
            </p:cNvPr>
            <p:cNvCxnSpPr/>
            <p:nvPr/>
          </p:nvCxnSpPr>
          <p:spPr>
            <a:xfrm>
              <a:off x="4556054" y="1676186"/>
              <a:ext cx="0" cy="4475199"/>
            </a:xfrm>
            <a:prstGeom prst="line">
              <a:avLst/>
            </a:prstGeom>
            <a:ln w="3175">
              <a:solidFill>
                <a:srgbClr val="CFD1D2"/>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D301F129-8835-FE40-9CD5-B54A09C32557}"/>
                </a:ext>
              </a:extLst>
            </p:cNvPr>
            <p:cNvCxnSpPr/>
            <p:nvPr/>
          </p:nvCxnSpPr>
          <p:spPr>
            <a:xfrm>
              <a:off x="4846279" y="1676186"/>
              <a:ext cx="0" cy="4475199"/>
            </a:xfrm>
            <a:prstGeom prst="line">
              <a:avLst/>
            </a:prstGeom>
            <a:ln w="3175">
              <a:solidFill>
                <a:srgbClr val="CFD1D2"/>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45C8DC54-6EEE-1947-B0D7-5A0E676AD740}"/>
                </a:ext>
              </a:extLst>
            </p:cNvPr>
            <p:cNvCxnSpPr/>
            <p:nvPr/>
          </p:nvCxnSpPr>
          <p:spPr>
            <a:xfrm>
              <a:off x="5136504" y="1676186"/>
              <a:ext cx="0" cy="4475199"/>
            </a:xfrm>
            <a:prstGeom prst="line">
              <a:avLst/>
            </a:prstGeom>
            <a:ln w="3175">
              <a:solidFill>
                <a:srgbClr val="CFD1D2"/>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841E9C08-B33C-B240-A1BD-5DB4F7076CB3}"/>
                </a:ext>
              </a:extLst>
            </p:cNvPr>
            <p:cNvCxnSpPr/>
            <p:nvPr/>
          </p:nvCxnSpPr>
          <p:spPr>
            <a:xfrm>
              <a:off x="5426729" y="1676186"/>
              <a:ext cx="0" cy="4475199"/>
            </a:xfrm>
            <a:prstGeom prst="line">
              <a:avLst/>
            </a:prstGeom>
            <a:ln w="3175">
              <a:solidFill>
                <a:srgbClr val="CFD1D2"/>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DE01DA52-D0EC-FF43-96C1-E6F36DF9CCC5}"/>
                </a:ext>
              </a:extLst>
            </p:cNvPr>
            <p:cNvCxnSpPr/>
            <p:nvPr/>
          </p:nvCxnSpPr>
          <p:spPr>
            <a:xfrm>
              <a:off x="5716954" y="1676186"/>
              <a:ext cx="0" cy="4475199"/>
            </a:xfrm>
            <a:prstGeom prst="line">
              <a:avLst/>
            </a:prstGeom>
            <a:ln w="3175">
              <a:solidFill>
                <a:srgbClr val="CFD1D2"/>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FE07228F-83E1-894B-818B-72399171AB53}"/>
                </a:ext>
              </a:extLst>
            </p:cNvPr>
            <p:cNvCxnSpPr/>
            <p:nvPr/>
          </p:nvCxnSpPr>
          <p:spPr>
            <a:xfrm>
              <a:off x="6007179" y="1676186"/>
              <a:ext cx="0" cy="4475199"/>
            </a:xfrm>
            <a:prstGeom prst="line">
              <a:avLst/>
            </a:prstGeom>
            <a:ln w="3175">
              <a:solidFill>
                <a:srgbClr val="CFD1D2"/>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E32199E0-E75C-9345-A6E5-B6652E47779A}"/>
                </a:ext>
              </a:extLst>
            </p:cNvPr>
            <p:cNvCxnSpPr/>
            <p:nvPr/>
          </p:nvCxnSpPr>
          <p:spPr>
            <a:xfrm>
              <a:off x="6297404" y="1676186"/>
              <a:ext cx="0" cy="4475199"/>
            </a:xfrm>
            <a:prstGeom prst="line">
              <a:avLst/>
            </a:prstGeom>
            <a:ln w="3175">
              <a:solidFill>
                <a:srgbClr val="CFD1D2"/>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BA3CF257-BBC8-EE40-A535-9ACC165CDDBD}"/>
                </a:ext>
              </a:extLst>
            </p:cNvPr>
            <p:cNvCxnSpPr/>
            <p:nvPr/>
          </p:nvCxnSpPr>
          <p:spPr>
            <a:xfrm>
              <a:off x="6587629" y="1676186"/>
              <a:ext cx="0" cy="4475199"/>
            </a:xfrm>
            <a:prstGeom prst="line">
              <a:avLst/>
            </a:prstGeom>
            <a:ln w="3175">
              <a:solidFill>
                <a:srgbClr val="CFD1D2"/>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B5DF0AD5-96A6-EA46-83A0-EE25EA1CEF1B}"/>
                </a:ext>
              </a:extLst>
            </p:cNvPr>
            <p:cNvCxnSpPr/>
            <p:nvPr/>
          </p:nvCxnSpPr>
          <p:spPr>
            <a:xfrm>
              <a:off x="6877854" y="1676186"/>
              <a:ext cx="0" cy="4475199"/>
            </a:xfrm>
            <a:prstGeom prst="line">
              <a:avLst/>
            </a:prstGeom>
            <a:ln w="3175">
              <a:solidFill>
                <a:srgbClr val="CFD1D2"/>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64FBDEC1-41A1-6841-869D-D5B5C32DB3BC}"/>
                </a:ext>
              </a:extLst>
            </p:cNvPr>
            <p:cNvCxnSpPr/>
            <p:nvPr/>
          </p:nvCxnSpPr>
          <p:spPr>
            <a:xfrm>
              <a:off x="7168079" y="1676186"/>
              <a:ext cx="0" cy="4475199"/>
            </a:xfrm>
            <a:prstGeom prst="line">
              <a:avLst/>
            </a:prstGeom>
            <a:ln w="3175">
              <a:solidFill>
                <a:srgbClr val="CFD1D2"/>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79C04D58-36F3-BF4A-B980-E790150C49E1}"/>
                </a:ext>
              </a:extLst>
            </p:cNvPr>
            <p:cNvCxnSpPr/>
            <p:nvPr/>
          </p:nvCxnSpPr>
          <p:spPr>
            <a:xfrm>
              <a:off x="7458304" y="1676186"/>
              <a:ext cx="0" cy="4475199"/>
            </a:xfrm>
            <a:prstGeom prst="line">
              <a:avLst/>
            </a:prstGeom>
            <a:ln w="3175">
              <a:solidFill>
                <a:srgbClr val="CFD1D2"/>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486D54C6-77FD-864E-A30B-A12E53C88A98}"/>
                </a:ext>
              </a:extLst>
            </p:cNvPr>
            <p:cNvCxnSpPr/>
            <p:nvPr/>
          </p:nvCxnSpPr>
          <p:spPr>
            <a:xfrm>
              <a:off x="7748529" y="1676186"/>
              <a:ext cx="0" cy="4475199"/>
            </a:xfrm>
            <a:prstGeom prst="line">
              <a:avLst/>
            </a:prstGeom>
            <a:ln w="3175">
              <a:solidFill>
                <a:srgbClr val="CFD1D2"/>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19F43463-E325-B348-8901-0CB1A5FCA3ED}"/>
                </a:ext>
              </a:extLst>
            </p:cNvPr>
            <p:cNvCxnSpPr/>
            <p:nvPr/>
          </p:nvCxnSpPr>
          <p:spPr>
            <a:xfrm>
              <a:off x="8038754" y="1676186"/>
              <a:ext cx="0" cy="4475199"/>
            </a:xfrm>
            <a:prstGeom prst="line">
              <a:avLst/>
            </a:prstGeom>
            <a:ln w="3175">
              <a:solidFill>
                <a:srgbClr val="CFD1D2"/>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4159E096-2D8D-9548-92E0-EBDA3F54C3C2}"/>
                </a:ext>
              </a:extLst>
            </p:cNvPr>
            <p:cNvCxnSpPr/>
            <p:nvPr/>
          </p:nvCxnSpPr>
          <p:spPr>
            <a:xfrm>
              <a:off x="8328979" y="1676186"/>
              <a:ext cx="0" cy="4475199"/>
            </a:xfrm>
            <a:prstGeom prst="line">
              <a:avLst/>
            </a:prstGeom>
            <a:ln w="3175">
              <a:solidFill>
                <a:srgbClr val="CFD1D2"/>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3680BF0F-66D6-4647-B03D-84E979808FFA}"/>
                </a:ext>
              </a:extLst>
            </p:cNvPr>
            <p:cNvCxnSpPr/>
            <p:nvPr/>
          </p:nvCxnSpPr>
          <p:spPr>
            <a:xfrm>
              <a:off x="8909428" y="1676186"/>
              <a:ext cx="0" cy="4475199"/>
            </a:xfrm>
            <a:prstGeom prst="line">
              <a:avLst/>
            </a:prstGeom>
            <a:ln w="3175">
              <a:solidFill>
                <a:srgbClr val="CFD1D2"/>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CFE36F57-562A-504F-A977-F8DFA7D05778}"/>
                </a:ext>
              </a:extLst>
            </p:cNvPr>
            <p:cNvCxnSpPr/>
            <p:nvPr/>
          </p:nvCxnSpPr>
          <p:spPr>
            <a:xfrm>
              <a:off x="8619204" y="1676186"/>
              <a:ext cx="0" cy="4475199"/>
            </a:xfrm>
            <a:prstGeom prst="line">
              <a:avLst/>
            </a:prstGeom>
            <a:ln w="3175">
              <a:solidFill>
                <a:srgbClr val="CFD1D2"/>
              </a:solidFill>
            </a:ln>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9FE22C49-4FCE-EE41-949A-25BC5CFDF0D6}"/>
              </a:ext>
            </a:extLst>
          </p:cNvPr>
          <p:cNvGrpSpPr/>
          <p:nvPr/>
        </p:nvGrpSpPr>
        <p:grpSpPr>
          <a:xfrm>
            <a:off x="2250104" y="2058677"/>
            <a:ext cx="8157914" cy="161663"/>
            <a:chOff x="2234254" y="1632570"/>
            <a:chExt cx="5804500" cy="332399"/>
          </a:xfrm>
        </p:grpSpPr>
        <p:sp>
          <p:nvSpPr>
            <p:cNvPr id="63" name="Rectangle 5">
              <a:extLst>
                <a:ext uri="{FF2B5EF4-FFF2-40B4-BE49-F238E27FC236}">
                  <a16:creationId xmlns:a16="http://schemas.microsoft.com/office/drawing/2014/main" id="{4DCD8455-EA69-F942-8CEA-75EA2BFE7110}"/>
                </a:ext>
              </a:extLst>
            </p:cNvPr>
            <p:cNvSpPr>
              <a:spLocks noChangeArrowheads="1"/>
            </p:cNvSpPr>
            <p:nvPr/>
          </p:nvSpPr>
          <p:spPr bwMode="auto">
            <a:xfrm>
              <a:off x="2234254" y="1632570"/>
              <a:ext cx="884270" cy="332399"/>
            </a:xfrm>
            <a:prstGeom prst="rect">
              <a:avLst/>
            </a:prstGeom>
            <a:solidFill>
              <a:schemeClr val="accent1"/>
            </a:solidFill>
            <a:ln w="3175">
              <a:solidFill>
                <a:schemeClr val="accent1"/>
              </a:solidFill>
              <a:miter lim="800000"/>
              <a:headEnd/>
              <a:tailEnd/>
            </a:ln>
          </p:spPr>
          <p:txBody>
            <a:bodyPr wrap="square" lIns="0" tIns="27432" rIns="0" bIns="27432" anchor="ctr">
              <a:noAutofit/>
            </a:bodyPr>
            <a:lstStyle/>
            <a:p>
              <a:pPr algn="ctr"/>
              <a:endParaRPr lang="en-US" sz="1400" b="1" dirty="0">
                <a:solidFill>
                  <a:schemeClr val="bg1"/>
                </a:solidFill>
              </a:endParaRPr>
            </a:p>
          </p:txBody>
        </p:sp>
        <p:sp>
          <p:nvSpPr>
            <p:cNvPr id="64" name="Rectangle 6">
              <a:extLst>
                <a:ext uri="{FF2B5EF4-FFF2-40B4-BE49-F238E27FC236}">
                  <a16:creationId xmlns:a16="http://schemas.microsoft.com/office/drawing/2014/main" id="{79E2C4C6-2F4E-B145-BBBB-7654795FB1BB}"/>
                </a:ext>
              </a:extLst>
            </p:cNvPr>
            <p:cNvSpPr>
              <a:spLocks noChangeArrowheads="1"/>
            </p:cNvSpPr>
            <p:nvPr/>
          </p:nvSpPr>
          <p:spPr bwMode="auto">
            <a:xfrm>
              <a:off x="3118523" y="1632570"/>
              <a:ext cx="566856" cy="332399"/>
            </a:xfrm>
            <a:prstGeom prst="rect">
              <a:avLst/>
            </a:prstGeom>
            <a:pattFill prst="pct90">
              <a:fgClr>
                <a:schemeClr val="accent3"/>
              </a:fgClr>
              <a:bgClr>
                <a:schemeClr val="bg1"/>
              </a:bgClr>
            </a:pattFill>
            <a:ln w="3175">
              <a:solidFill>
                <a:schemeClr val="accent3"/>
              </a:solidFill>
              <a:miter lim="800000"/>
              <a:headEnd/>
              <a:tailEnd/>
            </a:ln>
          </p:spPr>
          <p:txBody>
            <a:bodyPr wrap="square" lIns="0" tIns="27432" rIns="0" bIns="27432" anchor="ctr">
              <a:noAutofit/>
            </a:bodyPr>
            <a:lstStyle/>
            <a:p>
              <a:pPr algn="ctr"/>
              <a:endParaRPr lang="en-US" sz="1400" b="1" dirty="0">
                <a:solidFill>
                  <a:schemeClr val="bg1"/>
                </a:solidFill>
              </a:endParaRPr>
            </a:p>
          </p:txBody>
        </p:sp>
        <p:sp>
          <p:nvSpPr>
            <p:cNvPr id="65" name="Rectangle 7">
              <a:extLst>
                <a:ext uri="{FF2B5EF4-FFF2-40B4-BE49-F238E27FC236}">
                  <a16:creationId xmlns:a16="http://schemas.microsoft.com/office/drawing/2014/main" id="{E90E452C-6519-6542-BFAD-33288DEB84F5}"/>
                </a:ext>
              </a:extLst>
            </p:cNvPr>
            <p:cNvSpPr>
              <a:spLocks noChangeArrowheads="1"/>
            </p:cNvSpPr>
            <p:nvPr/>
          </p:nvSpPr>
          <p:spPr bwMode="auto">
            <a:xfrm>
              <a:off x="3685379" y="1632570"/>
              <a:ext cx="870676" cy="332399"/>
            </a:xfrm>
            <a:prstGeom prst="rect">
              <a:avLst/>
            </a:prstGeom>
            <a:solidFill>
              <a:schemeClr val="accent2"/>
            </a:solidFill>
            <a:ln w="3175">
              <a:solidFill>
                <a:schemeClr val="accent2"/>
              </a:solidFill>
              <a:miter lim="800000"/>
              <a:headEnd/>
              <a:tailEnd/>
            </a:ln>
          </p:spPr>
          <p:txBody>
            <a:bodyPr wrap="square" lIns="0" tIns="27432" rIns="0" bIns="27432" anchor="ctr">
              <a:noAutofit/>
            </a:bodyPr>
            <a:lstStyle/>
            <a:p>
              <a:pPr algn="ctr"/>
              <a:endParaRPr lang="en-US" sz="1400" b="1" dirty="0">
                <a:solidFill>
                  <a:schemeClr val="bg1"/>
                </a:solidFill>
              </a:endParaRPr>
            </a:p>
          </p:txBody>
        </p:sp>
        <p:sp>
          <p:nvSpPr>
            <p:cNvPr id="66" name="Rectangle 8">
              <a:extLst>
                <a:ext uri="{FF2B5EF4-FFF2-40B4-BE49-F238E27FC236}">
                  <a16:creationId xmlns:a16="http://schemas.microsoft.com/office/drawing/2014/main" id="{A2329207-CF82-7044-AB2C-C1F586BD7EFD}"/>
                </a:ext>
              </a:extLst>
            </p:cNvPr>
            <p:cNvSpPr>
              <a:spLocks noChangeArrowheads="1"/>
            </p:cNvSpPr>
            <p:nvPr/>
          </p:nvSpPr>
          <p:spPr bwMode="auto">
            <a:xfrm>
              <a:off x="4556053" y="1632570"/>
              <a:ext cx="2612026" cy="332399"/>
            </a:xfrm>
            <a:prstGeom prst="rect">
              <a:avLst/>
            </a:prstGeom>
            <a:pattFill prst="dkVert">
              <a:fgClr>
                <a:srgbClr val="6BA6A7"/>
              </a:fgClr>
              <a:bgClr>
                <a:schemeClr val="bg1"/>
              </a:bgClr>
            </a:pattFill>
            <a:ln w="3175">
              <a:solidFill>
                <a:srgbClr val="6BA6A7"/>
              </a:solidFill>
              <a:miter lim="800000"/>
              <a:headEnd/>
              <a:tailEnd/>
            </a:ln>
          </p:spPr>
          <p:txBody>
            <a:bodyPr wrap="square" lIns="0" tIns="27432" rIns="0" bIns="27432" anchor="ctr">
              <a:noAutofit/>
            </a:bodyPr>
            <a:lstStyle/>
            <a:p>
              <a:pPr algn="ctr"/>
              <a:endParaRPr lang="en-US" sz="1400" b="1" dirty="0">
                <a:solidFill>
                  <a:schemeClr val="bg1"/>
                </a:solidFill>
              </a:endParaRPr>
            </a:p>
          </p:txBody>
        </p:sp>
        <p:sp>
          <p:nvSpPr>
            <p:cNvPr id="67" name="Rectangle 9">
              <a:extLst>
                <a:ext uri="{FF2B5EF4-FFF2-40B4-BE49-F238E27FC236}">
                  <a16:creationId xmlns:a16="http://schemas.microsoft.com/office/drawing/2014/main" id="{BE8BE929-0DD1-E940-ADED-3DCFD64C50D4}"/>
                </a:ext>
              </a:extLst>
            </p:cNvPr>
            <p:cNvSpPr>
              <a:spLocks noChangeArrowheads="1"/>
            </p:cNvSpPr>
            <p:nvPr/>
          </p:nvSpPr>
          <p:spPr bwMode="auto">
            <a:xfrm>
              <a:off x="7168078" y="1632570"/>
              <a:ext cx="870676" cy="332399"/>
            </a:xfrm>
            <a:prstGeom prst="rect">
              <a:avLst/>
            </a:prstGeom>
            <a:solidFill>
              <a:schemeClr val="accent5"/>
            </a:solidFill>
            <a:ln w="3175">
              <a:solidFill>
                <a:schemeClr val="accent5"/>
              </a:solidFill>
              <a:miter lim="800000"/>
              <a:headEnd/>
              <a:tailEnd/>
            </a:ln>
          </p:spPr>
          <p:txBody>
            <a:bodyPr wrap="square" lIns="0" tIns="27432" rIns="0" bIns="27432" anchor="ctr">
              <a:noAutofit/>
            </a:bodyPr>
            <a:lstStyle/>
            <a:p>
              <a:pPr algn="ctr"/>
              <a:endParaRPr lang="en-US" sz="1400" b="1" dirty="0">
                <a:solidFill>
                  <a:schemeClr val="bg1"/>
                </a:solidFill>
              </a:endParaRPr>
            </a:p>
          </p:txBody>
        </p:sp>
      </p:grpSp>
      <p:grpSp>
        <p:nvGrpSpPr>
          <p:cNvPr id="15" name="Group 14">
            <a:extLst>
              <a:ext uri="{FF2B5EF4-FFF2-40B4-BE49-F238E27FC236}">
                <a16:creationId xmlns:a16="http://schemas.microsoft.com/office/drawing/2014/main" id="{D20C63ED-2801-6448-B099-D8F613942D32}"/>
              </a:ext>
            </a:extLst>
          </p:cNvPr>
          <p:cNvGrpSpPr/>
          <p:nvPr/>
        </p:nvGrpSpPr>
        <p:grpSpPr>
          <a:xfrm>
            <a:off x="3870564" y="2956331"/>
            <a:ext cx="5721662" cy="161663"/>
            <a:chOff x="2234254" y="1632570"/>
            <a:chExt cx="5804500" cy="332399"/>
          </a:xfrm>
        </p:grpSpPr>
        <p:sp>
          <p:nvSpPr>
            <p:cNvPr id="58" name="Rectangle 5">
              <a:extLst>
                <a:ext uri="{FF2B5EF4-FFF2-40B4-BE49-F238E27FC236}">
                  <a16:creationId xmlns:a16="http://schemas.microsoft.com/office/drawing/2014/main" id="{8D00C0B2-5F9D-E04D-A533-509410A76874}"/>
                </a:ext>
              </a:extLst>
            </p:cNvPr>
            <p:cNvSpPr>
              <a:spLocks noChangeArrowheads="1"/>
            </p:cNvSpPr>
            <p:nvPr/>
          </p:nvSpPr>
          <p:spPr bwMode="auto">
            <a:xfrm>
              <a:off x="2234254" y="1632570"/>
              <a:ext cx="1252684" cy="332399"/>
            </a:xfrm>
            <a:prstGeom prst="rect">
              <a:avLst/>
            </a:prstGeom>
            <a:solidFill>
              <a:schemeClr val="accent1"/>
            </a:solidFill>
            <a:ln w="3175">
              <a:solidFill>
                <a:schemeClr val="accent1"/>
              </a:solidFill>
              <a:miter lim="800000"/>
              <a:headEnd/>
              <a:tailEnd/>
            </a:ln>
          </p:spPr>
          <p:txBody>
            <a:bodyPr wrap="square" lIns="0" tIns="27432" rIns="0" bIns="27432" anchor="ctr">
              <a:noAutofit/>
            </a:bodyPr>
            <a:lstStyle/>
            <a:p>
              <a:pPr algn="ctr"/>
              <a:endParaRPr lang="en-US" sz="1400" b="1" dirty="0">
                <a:solidFill>
                  <a:schemeClr val="bg1"/>
                </a:solidFill>
              </a:endParaRPr>
            </a:p>
          </p:txBody>
        </p:sp>
        <p:sp>
          <p:nvSpPr>
            <p:cNvPr id="59" name="Rectangle 6">
              <a:extLst>
                <a:ext uri="{FF2B5EF4-FFF2-40B4-BE49-F238E27FC236}">
                  <a16:creationId xmlns:a16="http://schemas.microsoft.com/office/drawing/2014/main" id="{68444A7B-EB43-9C4E-BCE5-8928151E1490}"/>
                </a:ext>
              </a:extLst>
            </p:cNvPr>
            <p:cNvSpPr>
              <a:spLocks noChangeArrowheads="1"/>
            </p:cNvSpPr>
            <p:nvPr/>
          </p:nvSpPr>
          <p:spPr bwMode="auto">
            <a:xfrm>
              <a:off x="3486940" y="1632570"/>
              <a:ext cx="827605" cy="332399"/>
            </a:xfrm>
            <a:prstGeom prst="rect">
              <a:avLst/>
            </a:prstGeom>
            <a:pattFill prst="pct90">
              <a:fgClr>
                <a:schemeClr val="accent3"/>
              </a:fgClr>
              <a:bgClr>
                <a:schemeClr val="bg1"/>
              </a:bgClr>
            </a:pattFill>
            <a:ln w="3175">
              <a:solidFill>
                <a:schemeClr val="accent3"/>
              </a:solidFill>
              <a:miter lim="800000"/>
              <a:headEnd/>
              <a:tailEnd/>
            </a:ln>
          </p:spPr>
          <p:txBody>
            <a:bodyPr wrap="square" lIns="0" tIns="27432" rIns="0" bIns="27432" anchor="ctr">
              <a:noAutofit/>
            </a:bodyPr>
            <a:lstStyle/>
            <a:p>
              <a:pPr algn="ctr"/>
              <a:endParaRPr lang="en-US" sz="1400" b="1" dirty="0">
                <a:solidFill>
                  <a:schemeClr val="bg1"/>
                </a:solidFill>
              </a:endParaRPr>
            </a:p>
          </p:txBody>
        </p:sp>
        <p:sp>
          <p:nvSpPr>
            <p:cNvPr id="60" name="Rectangle 7">
              <a:extLst>
                <a:ext uri="{FF2B5EF4-FFF2-40B4-BE49-F238E27FC236}">
                  <a16:creationId xmlns:a16="http://schemas.microsoft.com/office/drawing/2014/main" id="{2FE7B9A9-3183-C645-BA60-B323E03B8E82}"/>
                </a:ext>
              </a:extLst>
            </p:cNvPr>
            <p:cNvSpPr>
              <a:spLocks noChangeArrowheads="1"/>
            </p:cNvSpPr>
            <p:nvPr/>
          </p:nvSpPr>
          <p:spPr bwMode="auto">
            <a:xfrm>
              <a:off x="4314542" y="1632570"/>
              <a:ext cx="1655205" cy="332399"/>
            </a:xfrm>
            <a:prstGeom prst="rect">
              <a:avLst/>
            </a:prstGeom>
            <a:solidFill>
              <a:schemeClr val="accent2"/>
            </a:solidFill>
            <a:ln w="3175">
              <a:solidFill>
                <a:schemeClr val="accent2"/>
              </a:solidFill>
              <a:miter lim="800000"/>
              <a:headEnd/>
              <a:tailEnd/>
            </a:ln>
          </p:spPr>
          <p:txBody>
            <a:bodyPr wrap="square" lIns="0" tIns="27432" rIns="0" bIns="27432" anchor="ctr">
              <a:noAutofit/>
            </a:bodyPr>
            <a:lstStyle/>
            <a:p>
              <a:pPr algn="ctr"/>
              <a:endParaRPr lang="en-US" sz="1400" b="1" dirty="0">
                <a:solidFill>
                  <a:schemeClr val="bg1"/>
                </a:solidFill>
              </a:endParaRPr>
            </a:p>
          </p:txBody>
        </p:sp>
        <p:sp>
          <p:nvSpPr>
            <p:cNvPr id="61" name="Rectangle 8">
              <a:extLst>
                <a:ext uri="{FF2B5EF4-FFF2-40B4-BE49-F238E27FC236}">
                  <a16:creationId xmlns:a16="http://schemas.microsoft.com/office/drawing/2014/main" id="{119B05F5-1134-6A47-8D3F-0016FFE4E118}"/>
                </a:ext>
              </a:extLst>
            </p:cNvPr>
            <p:cNvSpPr>
              <a:spLocks noChangeArrowheads="1"/>
            </p:cNvSpPr>
            <p:nvPr/>
          </p:nvSpPr>
          <p:spPr bwMode="auto">
            <a:xfrm>
              <a:off x="5969745" y="1632570"/>
              <a:ext cx="1198333" cy="332399"/>
            </a:xfrm>
            <a:prstGeom prst="rect">
              <a:avLst/>
            </a:prstGeom>
            <a:pattFill prst="dkVert">
              <a:fgClr>
                <a:srgbClr val="6BA6A7"/>
              </a:fgClr>
              <a:bgClr>
                <a:schemeClr val="bg1"/>
              </a:bgClr>
            </a:pattFill>
            <a:ln w="3175">
              <a:solidFill>
                <a:srgbClr val="6BA6A7"/>
              </a:solidFill>
              <a:miter lim="800000"/>
              <a:headEnd/>
              <a:tailEnd/>
            </a:ln>
          </p:spPr>
          <p:txBody>
            <a:bodyPr wrap="square" lIns="0" tIns="27432" rIns="0" bIns="27432" anchor="ctr">
              <a:noAutofit/>
            </a:bodyPr>
            <a:lstStyle/>
            <a:p>
              <a:pPr algn="ctr"/>
              <a:endParaRPr lang="en-US" sz="1400" b="1" dirty="0">
                <a:solidFill>
                  <a:schemeClr val="bg1"/>
                </a:solidFill>
              </a:endParaRPr>
            </a:p>
          </p:txBody>
        </p:sp>
        <p:sp>
          <p:nvSpPr>
            <p:cNvPr id="62" name="Rectangle 9">
              <a:extLst>
                <a:ext uri="{FF2B5EF4-FFF2-40B4-BE49-F238E27FC236}">
                  <a16:creationId xmlns:a16="http://schemas.microsoft.com/office/drawing/2014/main" id="{B936AAC6-49DC-0341-A0E0-7CB9C78F1920}"/>
                </a:ext>
              </a:extLst>
            </p:cNvPr>
            <p:cNvSpPr>
              <a:spLocks noChangeArrowheads="1"/>
            </p:cNvSpPr>
            <p:nvPr/>
          </p:nvSpPr>
          <p:spPr bwMode="auto">
            <a:xfrm>
              <a:off x="7168078" y="1632570"/>
              <a:ext cx="870676" cy="332399"/>
            </a:xfrm>
            <a:prstGeom prst="rect">
              <a:avLst/>
            </a:prstGeom>
            <a:solidFill>
              <a:schemeClr val="accent5"/>
            </a:solidFill>
            <a:ln w="3175">
              <a:solidFill>
                <a:schemeClr val="accent5"/>
              </a:solidFill>
              <a:miter lim="800000"/>
              <a:headEnd/>
              <a:tailEnd/>
            </a:ln>
          </p:spPr>
          <p:txBody>
            <a:bodyPr wrap="square" lIns="0" tIns="27432" rIns="0" bIns="27432" anchor="ctr">
              <a:noAutofit/>
            </a:bodyPr>
            <a:lstStyle/>
            <a:p>
              <a:pPr algn="ctr"/>
              <a:endParaRPr lang="en-US" sz="1400" b="1" dirty="0">
                <a:solidFill>
                  <a:schemeClr val="bg1"/>
                </a:solidFill>
              </a:endParaRPr>
            </a:p>
          </p:txBody>
        </p:sp>
      </p:grpSp>
      <p:grpSp>
        <p:nvGrpSpPr>
          <p:cNvPr id="16" name="Group 15">
            <a:extLst>
              <a:ext uri="{FF2B5EF4-FFF2-40B4-BE49-F238E27FC236}">
                <a16:creationId xmlns:a16="http://schemas.microsoft.com/office/drawing/2014/main" id="{4ACD9E05-C6C9-2B48-97FA-19F844F93454}"/>
              </a:ext>
            </a:extLst>
          </p:cNvPr>
          <p:cNvGrpSpPr/>
          <p:nvPr/>
        </p:nvGrpSpPr>
        <p:grpSpPr>
          <a:xfrm>
            <a:off x="2657999" y="3853985"/>
            <a:ext cx="8973705" cy="161663"/>
            <a:chOff x="2234254" y="1632568"/>
            <a:chExt cx="9103625" cy="332401"/>
          </a:xfrm>
        </p:grpSpPr>
        <p:sp>
          <p:nvSpPr>
            <p:cNvPr id="53" name="Rectangle 5">
              <a:extLst>
                <a:ext uri="{FF2B5EF4-FFF2-40B4-BE49-F238E27FC236}">
                  <a16:creationId xmlns:a16="http://schemas.microsoft.com/office/drawing/2014/main" id="{400607E1-1A7D-7C4B-9AAB-7531291D58AF}"/>
                </a:ext>
              </a:extLst>
            </p:cNvPr>
            <p:cNvSpPr>
              <a:spLocks noChangeArrowheads="1"/>
            </p:cNvSpPr>
            <p:nvPr/>
          </p:nvSpPr>
          <p:spPr bwMode="auto">
            <a:xfrm>
              <a:off x="2234254" y="1632570"/>
              <a:ext cx="838885" cy="332399"/>
            </a:xfrm>
            <a:prstGeom prst="rect">
              <a:avLst/>
            </a:prstGeom>
            <a:solidFill>
              <a:schemeClr val="accent1"/>
            </a:solidFill>
            <a:ln w="3175">
              <a:solidFill>
                <a:schemeClr val="accent1"/>
              </a:solidFill>
              <a:miter lim="800000"/>
              <a:headEnd/>
              <a:tailEnd/>
            </a:ln>
          </p:spPr>
          <p:txBody>
            <a:bodyPr wrap="square" lIns="0" tIns="27432" rIns="0" bIns="27432" anchor="ctr">
              <a:noAutofit/>
            </a:bodyPr>
            <a:lstStyle/>
            <a:p>
              <a:pPr algn="ctr"/>
              <a:endParaRPr lang="en-US" sz="1400" b="1" dirty="0">
                <a:solidFill>
                  <a:schemeClr val="bg1"/>
                </a:solidFill>
              </a:endParaRPr>
            </a:p>
          </p:txBody>
        </p:sp>
        <p:sp>
          <p:nvSpPr>
            <p:cNvPr id="54" name="Rectangle 6">
              <a:extLst>
                <a:ext uri="{FF2B5EF4-FFF2-40B4-BE49-F238E27FC236}">
                  <a16:creationId xmlns:a16="http://schemas.microsoft.com/office/drawing/2014/main" id="{AAD70554-CE42-AC4F-B8BF-F3928510BD4D}"/>
                </a:ext>
              </a:extLst>
            </p:cNvPr>
            <p:cNvSpPr>
              <a:spLocks noChangeArrowheads="1"/>
            </p:cNvSpPr>
            <p:nvPr/>
          </p:nvSpPr>
          <p:spPr bwMode="auto">
            <a:xfrm>
              <a:off x="3061855" y="1632570"/>
              <a:ext cx="1655203" cy="332399"/>
            </a:xfrm>
            <a:prstGeom prst="rect">
              <a:avLst/>
            </a:prstGeom>
            <a:pattFill prst="pct90">
              <a:fgClr>
                <a:schemeClr val="accent3"/>
              </a:fgClr>
              <a:bgClr>
                <a:schemeClr val="bg1"/>
              </a:bgClr>
            </a:pattFill>
            <a:ln w="3175">
              <a:solidFill>
                <a:schemeClr val="accent3"/>
              </a:solidFill>
              <a:miter lim="800000"/>
              <a:headEnd/>
              <a:tailEnd/>
            </a:ln>
          </p:spPr>
          <p:txBody>
            <a:bodyPr wrap="square" lIns="0" tIns="27432" rIns="0" bIns="27432" anchor="ctr">
              <a:noAutofit/>
            </a:bodyPr>
            <a:lstStyle/>
            <a:p>
              <a:pPr algn="ctr"/>
              <a:endParaRPr lang="en-US" sz="1400" b="1" dirty="0">
                <a:solidFill>
                  <a:schemeClr val="bg1"/>
                </a:solidFill>
              </a:endParaRPr>
            </a:p>
          </p:txBody>
        </p:sp>
        <p:sp>
          <p:nvSpPr>
            <p:cNvPr id="55" name="Rectangle 7">
              <a:extLst>
                <a:ext uri="{FF2B5EF4-FFF2-40B4-BE49-F238E27FC236}">
                  <a16:creationId xmlns:a16="http://schemas.microsoft.com/office/drawing/2014/main" id="{FFF71E2C-C93C-3A4C-B520-AB8DF882F68E}"/>
                </a:ext>
              </a:extLst>
            </p:cNvPr>
            <p:cNvSpPr>
              <a:spLocks noChangeArrowheads="1"/>
            </p:cNvSpPr>
            <p:nvPr/>
          </p:nvSpPr>
          <p:spPr bwMode="auto">
            <a:xfrm>
              <a:off x="4717059" y="1632568"/>
              <a:ext cx="4138013" cy="332399"/>
            </a:xfrm>
            <a:prstGeom prst="rect">
              <a:avLst/>
            </a:prstGeom>
            <a:solidFill>
              <a:schemeClr val="accent2"/>
            </a:solidFill>
            <a:ln w="3175">
              <a:solidFill>
                <a:schemeClr val="accent2"/>
              </a:solidFill>
              <a:miter lim="800000"/>
              <a:headEnd/>
              <a:tailEnd/>
            </a:ln>
          </p:spPr>
          <p:txBody>
            <a:bodyPr wrap="square" lIns="0" tIns="27432" rIns="0" bIns="27432" anchor="ctr">
              <a:noAutofit/>
            </a:bodyPr>
            <a:lstStyle/>
            <a:p>
              <a:pPr algn="ctr"/>
              <a:endParaRPr lang="en-US" sz="1400" b="1" dirty="0">
                <a:solidFill>
                  <a:schemeClr val="bg1"/>
                </a:solidFill>
              </a:endParaRPr>
            </a:p>
          </p:txBody>
        </p:sp>
        <p:sp>
          <p:nvSpPr>
            <p:cNvPr id="56" name="Rectangle 8">
              <a:extLst>
                <a:ext uri="{FF2B5EF4-FFF2-40B4-BE49-F238E27FC236}">
                  <a16:creationId xmlns:a16="http://schemas.microsoft.com/office/drawing/2014/main" id="{EFFBE5EE-62DF-2344-A1C5-FA523D8F0E89}"/>
                </a:ext>
              </a:extLst>
            </p:cNvPr>
            <p:cNvSpPr>
              <a:spLocks noChangeArrowheads="1"/>
            </p:cNvSpPr>
            <p:nvPr/>
          </p:nvSpPr>
          <p:spPr bwMode="auto">
            <a:xfrm>
              <a:off x="8855072" y="1632570"/>
              <a:ext cx="827604" cy="332399"/>
            </a:xfrm>
            <a:prstGeom prst="rect">
              <a:avLst/>
            </a:prstGeom>
            <a:pattFill prst="dkVert">
              <a:fgClr>
                <a:srgbClr val="6BA6A7"/>
              </a:fgClr>
              <a:bgClr>
                <a:schemeClr val="bg1"/>
              </a:bgClr>
            </a:pattFill>
            <a:ln w="3175">
              <a:solidFill>
                <a:srgbClr val="6BA6A7"/>
              </a:solidFill>
              <a:miter lim="800000"/>
              <a:headEnd/>
              <a:tailEnd/>
            </a:ln>
          </p:spPr>
          <p:txBody>
            <a:bodyPr wrap="square" lIns="0" tIns="27432" rIns="0" bIns="27432" anchor="ctr">
              <a:noAutofit/>
            </a:bodyPr>
            <a:lstStyle/>
            <a:p>
              <a:pPr algn="ctr"/>
              <a:endParaRPr lang="en-US" sz="1400" b="1" dirty="0">
                <a:solidFill>
                  <a:schemeClr val="bg1"/>
                </a:solidFill>
              </a:endParaRPr>
            </a:p>
          </p:txBody>
        </p:sp>
        <p:sp>
          <p:nvSpPr>
            <p:cNvPr id="57" name="Rectangle 9">
              <a:extLst>
                <a:ext uri="{FF2B5EF4-FFF2-40B4-BE49-F238E27FC236}">
                  <a16:creationId xmlns:a16="http://schemas.microsoft.com/office/drawing/2014/main" id="{841813DB-A17C-3447-8893-E5FE2E94AC5B}"/>
                </a:ext>
              </a:extLst>
            </p:cNvPr>
            <p:cNvSpPr>
              <a:spLocks noChangeArrowheads="1"/>
            </p:cNvSpPr>
            <p:nvPr/>
          </p:nvSpPr>
          <p:spPr bwMode="auto">
            <a:xfrm>
              <a:off x="9682676" y="1632570"/>
              <a:ext cx="1655203" cy="332399"/>
            </a:xfrm>
            <a:prstGeom prst="rect">
              <a:avLst/>
            </a:prstGeom>
            <a:solidFill>
              <a:schemeClr val="accent5"/>
            </a:solidFill>
            <a:ln w="3175">
              <a:solidFill>
                <a:schemeClr val="accent5"/>
              </a:solidFill>
              <a:miter lim="800000"/>
              <a:headEnd/>
              <a:tailEnd/>
            </a:ln>
          </p:spPr>
          <p:txBody>
            <a:bodyPr wrap="square" lIns="0" tIns="27432" rIns="0" bIns="27432" anchor="ctr">
              <a:noAutofit/>
            </a:bodyPr>
            <a:lstStyle/>
            <a:p>
              <a:pPr algn="ctr"/>
              <a:endParaRPr lang="en-US" sz="1400" b="1" dirty="0">
                <a:solidFill>
                  <a:schemeClr val="bg1"/>
                </a:solidFill>
              </a:endParaRPr>
            </a:p>
          </p:txBody>
        </p:sp>
      </p:grpSp>
      <p:grpSp>
        <p:nvGrpSpPr>
          <p:cNvPr id="17" name="Group 16">
            <a:extLst>
              <a:ext uri="{FF2B5EF4-FFF2-40B4-BE49-F238E27FC236}">
                <a16:creationId xmlns:a16="http://schemas.microsoft.com/office/drawing/2014/main" id="{62E07A4B-9D8F-D942-BC79-328A97162085}"/>
              </a:ext>
            </a:extLst>
          </p:cNvPr>
          <p:cNvGrpSpPr/>
          <p:nvPr/>
        </p:nvGrpSpPr>
        <p:grpSpPr>
          <a:xfrm>
            <a:off x="6736953" y="4751639"/>
            <a:ext cx="4078961" cy="161663"/>
            <a:chOff x="2934526" y="1632570"/>
            <a:chExt cx="7002797" cy="332399"/>
          </a:xfrm>
        </p:grpSpPr>
        <p:sp>
          <p:nvSpPr>
            <p:cNvPr id="48" name="Rectangle 5">
              <a:extLst>
                <a:ext uri="{FF2B5EF4-FFF2-40B4-BE49-F238E27FC236}">
                  <a16:creationId xmlns:a16="http://schemas.microsoft.com/office/drawing/2014/main" id="{21F954BE-2EFD-8C4C-81A0-211F98A9FDCA}"/>
                </a:ext>
              </a:extLst>
            </p:cNvPr>
            <p:cNvSpPr>
              <a:spLocks noChangeArrowheads="1"/>
            </p:cNvSpPr>
            <p:nvPr/>
          </p:nvSpPr>
          <p:spPr bwMode="auto">
            <a:xfrm>
              <a:off x="2934526" y="1632570"/>
              <a:ext cx="1400556" cy="332399"/>
            </a:xfrm>
            <a:prstGeom prst="rect">
              <a:avLst/>
            </a:prstGeom>
            <a:solidFill>
              <a:schemeClr val="accent1"/>
            </a:solidFill>
            <a:ln w="3175">
              <a:solidFill>
                <a:schemeClr val="accent1"/>
              </a:solidFill>
              <a:miter lim="800000"/>
              <a:headEnd/>
              <a:tailEnd/>
            </a:ln>
          </p:spPr>
          <p:txBody>
            <a:bodyPr wrap="square" lIns="0" tIns="27432" rIns="0" bIns="27432" anchor="ctr">
              <a:noAutofit/>
            </a:bodyPr>
            <a:lstStyle/>
            <a:p>
              <a:pPr algn="ctr"/>
              <a:endParaRPr lang="en-US" sz="1400" b="1" dirty="0">
                <a:solidFill>
                  <a:schemeClr val="bg1"/>
                </a:solidFill>
              </a:endParaRPr>
            </a:p>
          </p:txBody>
        </p:sp>
        <p:sp>
          <p:nvSpPr>
            <p:cNvPr id="49" name="Rectangle 6">
              <a:extLst>
                <a:ext uri="{FF2B5EF4-FFF2-40B4-BE49-F238E27FC236}">
                  <a16:creationId xmlns:a16="http://schemas.microsoft.com/office/drawing/2014/main" id="{7470B312-2595-1340-8F12-3A24162F5D3D}"/>
                </a:ext>
              </a:extLst>
            </p:cNvPr>
            <p:cNvSpPr>
              <a:spLocks noChangeArrowheads="1"/>
            </p:cNvSpPr>
            <p:nvPr/>
          </p:nvSpPr>
          <p:spPr bwMode="auto">
            <a:xfrm>
              <a:off x="4335086" y="1632570"/>
              <a:ext cx="773179" cy="332399"/>
            </a:xfrm>
            <a:prstGeom prst="rect">
              <a:avLst/>
            </a:prstGeom>
            <a:pattFill prst="pct90">
              <a:fgClr>
                <a:schemeClr val="accent3"/>
              </a:fgClr>
              <a:bgClr>
                <a:schemeClr val="bg1"/>
              </a:bgClr>
            </a:pattFill>
            <a:ln w="3175">
              <a:solidFill>
                <a:schemeClr val="accent3"/>
              </a:solidFill>
              <a:miter lim="800000"/>
              <a:headEnd/>
              <a:tailEnd/>
            </a:ln>
          </p:spPr>
          <p:txBody>
            <a:bodyPr wrap="square" lIns="0" tIns="27432" rIns="0" bIns="27432" anchor="ctr">
              <a:noAutofit/>
            </a:bodyPr>
            <a:lstStyle/>
            <a:p>
              <a:pPr algn="ctr"/>
              <a:endParaRPr lang="en-US" sz="1400" b="1" dirty="0">
                <a:solidFill>
                  <a:schemeClr val="bg1"/>
                </a:solidFill>
              </a:endParaRPr>
            </a:p>
          </p:txBody>
        </p:sp>
        <p:sp>
          <p:nvSpPr>
            <p:cNvPr id="50" name="Rectangle 7">
              <a:extLst>
                <a:ext uri="{FF2B5EF4-FFF2-40B4-BE49-F238E27FC236}">
                  <a16:creationId xmlns:a16="http://schemas.microsoft.com/office/drawing/2014/main" id="{C85F2BF7-114D-3B46-9A75-53F7821A48E2}"/>
                </a:ext>
              </a:extLst>
            </p:cNvPr>
            <p:cNvSpPr>
              <a:spLocks noChangeArrowheads="1"/>
            </p:cNvSpPr>
            <p:nvPr/>
          </p:nvSpPr>
          <p:spPr bwMode="auto">
            <a:xfrm>
              <a:off x="5035368" y="1632570"/>
              <a:ext cx="2100837" cy="332399"/>
            </a:xfrm>
            <a:prstGeom prst="rect">
              <a:avLst/>
            </a:prstGeom>
            <a:solidFill>
              <a:schemeClr val="accent2"/>
            </a:solidFill>
            <a:ln w="3175">
              <a:solidFill>
                <a:schemeClr val="accent2"/>
              </a:solidFill>
              <a:miter lim="800000"/>
              <a:headEnd/>
              <a:tailEnd/>
            </a:ln>
          </p:spPr>
          <p:txBody>
            <a:bodyPr wrap="square" lIns="0" tIns="27432" rIns="0" bIns="27432" anchor="ctr">
              <a:noAutofit/>
            </a:bodyPr>
            <a:lstStyle/>
            <a:p>
              <a:pPr algn="ctr"/>
              <a:endParaRPr lang="en-US" sz="1400" b="1" dirty="0">
                <a:solidFill>
                  <a:schemeClr val="bg1"/>
                </a:solidFill>
              </a:endParaRPr>
            </a:p>
          </p:txBody>
        </p:sp>
        <p:sp>
          <p:nvSpPr>
            <p:cNvPr id="51" name="Rectangle 8">
              <a:extLst>
                <a:ext uri="{FF2B5EF4-FFF2-40B4-BE49-F238E27FC236}">
                  <a16:creationId xmlns:a16="http://schemas.microsoft.com/office/drawing/2014/main" id="{29193D72-8744-5F4B-90E0-53CB916696FE}"/>
                </a:ext>
              </a:extLst>
            </p:cNvPr>
            <p:cNvSpPr>
              <a:spLocks noChangeArrowheads="1"/>
            </p:cNvSpPr>
            <p:nvPr/>
          </p:nvSpPr>
          <p:spPr bwMode="auto">
            <a:xfrm>
              <a:off x="7136205" y="1632570"/>
              <a:ext cx="700274" cy="332399"/>
            </a:xfrm>
            <a:prstGeom prst="rect">
              <a:avLst/>
            </a:prstGeom>
            <a:pattFill prst="dkVert">
              <a:fgClr>
                <a:srgbClr val="6BA6A7"/>
              </a:fgClr>
              <a:bgClr>
                <a:schemeClr val="bg1"/>
              </a:bgClr>
            </a:pattFill>
            <a:ln w="3175">
              <a:solidFill>
                <a:srgbClr val="6BA6A7"/>
              </a:solidFill>
              <a:miter lim="800000"/>
              <a:headEnd/>
              <a:tailEnd/>
            </a:ln>
          </p:spPr>
          <p:txBody>
            <a:bodyPr wrap="square" lIns="0" tIns="27432" rIns="0" bIns="27432" anchor="ctr">
              <a:noAutofit/>
            </a:bodyPr>
            <a:lstStyle/>
            <a:p>
              <a:pPr algn="ctr"/>
              <a:endParaRPr lang="en-US" sz="1400" b="1" dirty="0">
                <a:solidFill>
                  <a:schemeClr val="bg1"/>
                </a:solidFill>
              </a:endParaRPr>
            </a:p>
          </p:txBody>
        </p:sp>
        <p:sp>
          <p:nvSpPr>
            <p:cNvPr id="52" name="Rectangle 9">
              <a:extLst>
                <a:ext uri="{FF2B5EF4-FFF2-40B4-BE49-F238E27FC236}">
                  <a16:creationId xmlns:a16="http://schemas.microsoft.com/office/drawing/2014/main" id="{FB197353-190E-264B-8334-9C38408F1262}"/>
                </a:ext>
              </a:extLst>
            </p:cNvPr>
            <p:cNvSpPr>
              <a:spLocks noChangeArrowheads="1"/>
            </p:cNvSpPr>
            <p:nvPr/>
          </p:nvSpPr>
          <p:spPr bwMode="auto">
            <a:xfrm>
              <a:off x="7836479" y="1632570"/>
              <a:ext cx="2100844" cy="332399"/>
            </a:xfrm>
            <a:prstGeom prst="rect">
              <a:avLst/>
            </a:prstGeom>
            <a:solidFill>
              <a:schemeClr val="accent5"/>
            </a:solidFill>
            <a:ln w="3175">
              <a:solidFill>
                <a:schemeClr val="accent5"/>
              </a:solidFill>
              <a:miter lim="800000"/>
              <a:headEnd/>
              <a:tailEnd/>
            </a:ln>
          </p:spPr>
          <p:txBody>
            <a:bodyPr wrap="square" lIns="0" tIns="27432" rIns="0" bIns="27432" anchor="ctr">
              <a:noAutofit/>
            </a:bodyPr>
            <a:lstStyle/>
            <a:p>
              <a:pPr algn="ctr"/>
              <a:endParaRPr lang="en-US" sz="1400" b="1" dirty="0">
                <a:solidFill>
                  <a:schemeClr val="bg1"/>
                </a:solidFill>
              </a:endParaRPr>
            </a:p>
          </p:txBody>
        </p:sp>
      </p:grpSp>
      <p:grpSp>
        <p:nvGrpSpPr>
          <p:cNvPr id="18" name="Group 17">
            <a:extLst>
              <a:ext uri="{FF2B5EF4-FFF2-40B4-BE49-F238E27FC236}">
                <a16:creationId xmlns:a16="http://schemas.microsoft.com/office/drawing/2014/main" id="{4C582449-8DA3-6B48-B8F5-A033A85917C9}"/>
              </a:ext>
            </a:extLst>
          </p:cNvPr>
          <p:cNvGrpSpPr/>
          <p:nvPr/>
        </p:nvGrpSpPr>
        <p:grpSpPr>
          <a:xfrm>
            <a:off x="2250105" y="5649292"/>
            <a:ext cx="6934225" cy="161663"/>
            <a:chOff x="1820455" y="1632570"/>
            <a:chExt cx="7034617" cy="332399"/>
          </a:xfrm>
        </p:grpSpPr>
        <p:sp>
          <p:nvSpPr>
            <p:cNvPr id="43" name="Rectangle 5">
              <a:extLst>
                <a:ext uri="{FF2B5EF4-FFF2-40B4-BE49-F238E27FC236}">
                  <a16:creationId xmlns:a16="http://schemas.microsoft.com/office/drawing/2014/main" id="{0BC33D9A-3CF2-E54F-AB16-B280836EDFD6}"/>
                </a:ext>
              </a:extLst>
            </p:cNvPr>
            <p:cNvSpPr>
              <a:spLocks noChangeArrowheads="1"/>
            </p:cNvSpPr>
            <p:nvPr/>
          </p:nvSpPr>
          <p:spPr bwMode="auto">
            <a:xfrm>
              <a:off x="1820455" y="1632570"/>
              <a:ext cx="1241396" cy="332399"/>
            </a:xfrm>
            <a:prstGeom prst="rect">
              <a:avLst/>
            </a:prstGeom>
            <a:solidFill>
              <a:schemeClr val="accent1"/>
            </a:solidFill>
            <a:ln w="3175">
              <a:solidFill>
                <a:schemeClr val="accent1"/>
              </a:solidFill>
              <a:miter lim="800000"/>
              <a:headEnd/>
              <a:tailEnd/>
            </a:ln>
          </p:spPr>
          <p:txBody>
            <a:bodyPr wrap="square" lIns="0" tIns="27432" rIns="0" bIns="27432" anchor="ctr">
              <a:noAutofit/>
            </a:bodyPr>
            <a:lstStyle/>
            <a:p>
              <a:pPr algn="ctr"/>
              <a:endParaRPr lang="en-US" sz="1400" b="1" dirty="0">
                <a:solidFill>
                  <a:schemeClr val="bg1"/>
                </a:solidFill>
              </a:endParaRPr>
            </a:p>
          </p:txBody>
        </p:sp>
        <p:sp>
          <p:nvSpPr>
            <p:cNvPr id="44" name="Rectangle 6">
              <a:extLst>
                <a:ext uri="{FF2B5EF4-FFF2-40B4-BE49-F238E27FC236}">
                  <a16:creationId xmlns:a16="http://schemas.microsoft.com/office/drawing/2014/main" id="{7929EC2C-2BFE-DF4B-8CD0-57722AF75C3C}"/>
                </a:ext>
              </a:extLst>
            </p:cNvPr>
            <p:cNvSpPr>
              <a:spLocks noChangeArrowheads="1"/>
            </p:cNvSpPr>
            <p:nvPr/>
          </p:nvSpPr>
          <p:spPr bwMode="auto">
            <a:xfrm>
              <a:off x="3061857" y="1632570"/>
              <a:ext cx="1241402" cy="332399"/>
            </a:xfrm>
            <a:prstGeom prst="rect">
              <a:avLst/>
            </a:prstGeom>
            <a:pattFill prst="pct90">
              <a:fgClr>
                <a:schemeClr val="accent3"/>
              </a:fgClr>
              <a:bgClr>
                <a:schemeClr val="bg1"/>
              </a:bgClr>
            </a:pattFill>
            <a:ln w="3175">
              <a:solidFill>
                <a:schemeClr val="accent3"/>
              </a:solidFill>
              <a:miter lim="800000"/>
              <a:headEnd/>
              <a:tailEnd/>
            </a:ln>
          </p:spPr>
          <p:txBody>
            <a:bodyPr wrap="square" lIns="0" tIns="27432" rIns="0" bIns="27432" anchor="ctr">
              <a:noAutofit/>
            </a:bodyPr>
            <a:lstStyle/>
            <a:p>
              <a:pPr algn="ctr"/>
              <a:endParaRPr lang="en-US" sz="1400" b="1" dirty="0">
                <a:solidFill>
                  <a:schemeClr val="bg1"/>
                </a:solidFill>
              </a:endParaRPr>
            </a:p>
          </p:txBody>
        </p:sp>
        <p:sp>
          <p:nvSpPr>
            <p:cNvPr id="45" name="Rectangle 7">
              <a:extLst>
                <a:ext uri="{FF2B5EF4-FFF2-40B4-BE49-F238E27FC236}">
                  <a16:creationId xmlns:a16="http://schemas.microsoft.com/office/drawing/2014/main" id="{BF990BBD-E4D6-CD4F-ACD2-93D8988476EF}"/>
                </a:ext>
              </a:extLst>
            </p:cNvPr>
            <p:cNvSpPr>
              <a:spLocks noChangeArrowheads="1"/>
            </p:cNvSpPr>
            <p:nvPr/>
          </p:nvSpPr>
          <p:spPr bwMode="auto">
            <a:xfrm>
              <a:off x="4303259" y="1632570"/>
              <a:ext cx="1655206" cy="332399"/>
            </a:xfrm>
            <a:prstGeom prst="rect">
              <a:avLst/>
            </a:prstGeom>
            <a:solidFill>
              <a:schemeClr val="accent2"/>
            </a:solidFill>
            <a:ln w="3175">
              <a:solidFill>
                <a:schemeClr val="accent2"/>
              </a:solidFill>
              <a:miter lim="800000"/>
              <a:headEnd/>
              <a:tailEnd/>
            </a:ln>
          </p:spPr>
          <p:txBody>
            <a:bodyPr wrap="square" lIns="0" tIns="27432" rIns="0" bIns="27432" anchor="ctr">
              <a:noAutofit/>
            </a:bodyPr>
            <a:lstStyle/>
            <a:p>
              <a:pPr algn="ctr"/>
              <a:endParaRPr lang="en-US" sz="1400" b="1" dirty="0">
                <a:solidFill>
                  <a:schemeClr val="bg1"/>
                </a:solidFill>
              </a:endParaRPr>
            </a:p>
          </p:txBody>
        </p:sp>
        <p:sp>
          <p:nvSpPr>
            <p:cNvPr id="46" name="Rectangle 8">
              <a:extLst>
                <a:ext uri="{FF2B5EF4-FFF2-40B4-BE49-F238E27FC236}">
                  <a16:creationId xmlns:a16="http://schemas.microsoft.com/office/drawing/2014/main" id="{B852420C-968B-A04A-B436-97FFC5013C42}"/>
                </a:ext>
              </a:extLst>
            </p:cNvPr>
            <p:cNvSpPr>
              <a:spLocks noChangeArrowheads="1"/>
            </p:cNvSpPr>
            <p:nvPr/>
          </p:nvSpPr>
          <p:spPr bwMode="auto">
            <a:xfrm>
              <a:off x="5958219" y="1632570"/>
              <a:ext cx="1655450" cy="332399"/>
            </a:xfrm>
            <a:prstGeom prst="rect">
              <a:avLst/>
            </a:prstGeom>
            <a:pattFill prst="dkVert">
              <a:fgClr>
                <a:srgbClr val="6BA6A7"/>
              </a:fgClr>
              <a:bgClr>
                <a:schemeClr val="bg1"/>
              </a:bgClr>
            </a:pattFill>
            <a:ln w="3175">
              <a:solidFill>
                <a:srgbClr val="6BA6A7"/>
              </a:solidFill>
              <a:miter lim="800000"/>
              <a:headEnd/>
              <a:tailEnd/>
            </a:ln>
          </p:spPr>
          <p:txBody>
            <a:bodyPr wrap="square" lIns="0" tIns="27432" rIns="0" bIns="27432" anchor="ctr">
              <a:noAutofit/>
            </a:bodyPr>
            <a:lstStyle/>
            <a:p>
              <a:pPr algn="ctr"/>
              <a:endParaRPr lang="en-US" sz="1400" b="1" dirty="0">
                <a:solidFill>
                  <a:schemeClr val="bg1"/>
                </a:solidFill>
              </a:endParaRPr>
            </a:p>
          </p:txBody>
        </p:sp>
        <p:sp>
          <p:nvSpPr>
            <p:cNvPr id="47" name="Rectangle 9">
              <a:extLst>
                <a:ext uri="{FF2B5EF4-FFF2-40B4-BE49-F238E27FC236}">
                  <a16:creationId xmlns:a16="http://schemas.microsoft.com/office/drawing/2014/main" id="{D51198F4-A339-3E48-A957-6874DB3E4BF7}"/>
                </a:ext>
              </a:extLst>
            </p:cNvPr>
            <p:cNvSpPr>
              <a:spLocks noChangeArrowheads="1"/>
            </p:cNvSpPr>
            <p:nvPr/>
          </p:nvSpPr>
          <p:spPr bwMode="auto">
            <a:xfrm>
              <a:off x="7613668" y="1632570"/>
              <a:ext cx="1241404" cy="332399"/>
            </a:xfrm>
            <a:prstGeom prst="rect">
              <a:avLst/>
            </a:prstGeom>
            <a:solidFill>
              <a:schemeClr val="accent5"/>
            </a:solidFill>
            <a:ln w="3175">
              <a:solidFill>
                <a:schemeClr val="accent5"/>
              </a:solidFill>
              <a:miter lim="800000"/>
              <a:headEnd/>
              <a:tailEnd/>
            </a:ln>
          </p:spPr>
          <p:txBody>
            <a:bodyPr wrap="square" lIns="0" tIns="27432" rIns="0" bIns="27432" anchor="ctr">
              <a:noAutofit/>
            </a:bodyPr>
            <a:lstStyle/>
            <a:p>
              <a:pPr algn="ctr"/>
              <a:endParaRPr lang="en-US" sz="1400" b="1" dirty="0">
                <a:solidFill>
                  <a:schemeClr val="bg1"/>
                </a:solidFill>
              </a:endParaRPr>
            </a:p>
          </p:txBody>
        </p:sp>
      </p:grpSp>
      <p:grpSp>
        <p:nvGrpSpPr>
          <p:cNvPr id="92" name="Group 91">
            <a:extLst>
              <a:ext uri="{FF2B5EF4-FFF2-40B4-BE49-F238E27FC236}">
                <a16:creationId xmlns:a16="http://schemas.microsoft.com/office/drawing/2014/main" id="{BC893B54-37FE-8441-8DDF-5DDBD7400DCC}"/>
              </a:ext>
              <a:ext uri="{C183D7F6-B498-43B3-948B-1728B52AA6E4}">
                <adec:decorative xmlns:adec="http://schemas.microsoft.com/office/drawing/2017/decorative" val="1"/>
              </a:ext>
            </a:extLst>
          </p:cNvPr>
          <p:cNvGrpSpPr/>
          <p:nvPr/>
        </p:nvGrpSpPr>
        <p:grpSpPr>
          <a:xfrm>
            <a:off x="2235985" y="1106506"/>
            <a:ext cx="9154328" cy="356499"/>
            <a:chOff x="1300181" y="1796522"/>
            <a:chExt cx="7612233" cy="296445"/>
          </a:xfrm>
        </p:grpSpPr>
        <p:grpSp>
          <p:nvGrpSpPr>
            <p:cNvPr id="93" name="Group 92">
              <a:extLst>
                <a:ext uri="{FF2B5EF4-FFF2-40B4-BE49-F238E27FC236}">
                  <a16:creationId xmlns:a16="http://schemas.microsoft.com/office/drawing/2014/main" id="{690627BB-560F-344B-A970-528AF828EA84}"/>
                </a:ext>
              </a:extLst>
            </p:cNvPr>
            <p:cNvGrpSpPr/>
            <p:nvPr/>
          </p:nvGrpSpPr>
          <p:grpSpPr>
            <a:xfrm>
              <a:off x="1300181" y="1796522"/>
              <a:ext cx="1389326" cy="296445"/>
              <a:chOff x="586219" y="1616357"/>
              <a:chExt cx="1389326" cy="296445"/>
            </a:xfrm>
          </p:grpSpPr>
          <p:sp>
            <p:nvSpPr>
              <p:cNvPr id="106" name="Rectangle 105">
                <a:extLst>
                  <a:ext uri="{FF2B5EF4-FFF2-40B4-BE49-F238E27FC236}">
                    <a16:creationId xmlns:a16="http://schemas.microsoft.com/office/drawing/2014/main" id="{108B1FB0-ADD7-1146-ADC7-914DAF86A967}"/>
                  </a:ext>
                </a:extLst>
              </p:cNvPr>
              <p:cNvSpPr/>
              <p:nvPr/>
            </p:nvSpPr>
            <p:spPr>
              <a:xfrm>
                <a:off x="586219" y="1679506"/>
                <a:ext cx="175918" cy="1759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 name="Rectangle 10">
                <a:extLst>
                  <a:ext uri="{FF2B5EF4-FFF2-40B4-BE49-F238E27FC236}">
                    <a16:creationId xmlns:a16="http://schemas.microsoft.com/office/drawing/2014/main" id="{B21914D8-31DF-EE49-9D21-46F5BAE52006}"/>
                  </a:ext>
                </a:extLst>
              </p:cNvPr>
              <p:cNvSpPr>
                <a:spLocks noChangeArrowheads="1"/>
              </p:cNvSpPr>
              <p:nvPr/>
            </p:nvSpPr>
            <p:spPr bwMode="auto">
              <a:xfrm>
                <a:off x="892536" y="1616357"/>
                <a:ext cx="1083009" cy="296445"/>
              </a:xfrm>
              <a:prstGeom prst="rect">
                <a:avLst/>
              </a:prstGeom>
              <a:noFill/>
              <a:ln w="9525">
                <a:noFill/>
                <a:miter lim="800000"/>
                <a:headEnd/>
                <a:tailEnd/>
              </a:ln>
            </p:spPr>
            <p:txBody>
              <a:bodyPr wrap="none" lIns="0" tIns="27432" rIns="0" bIns="27432" anchor="ctr">
                <a:noAutofit/>
              </a:bodyPr>
              <a:lstStyle/>
              <a:p>
                <a:r>
                  <a:rPr lang="en-US" dirty="0"/>
                  <a:t>Awareness</a:t>
                </a:r>
              </a:p>
            </p:txBody>
          </p:sp>
        </p:grpSp>
        <p:grpSp>
          <p:nvGrpSpPr>
            <p:cNvPr id="94" name="Group 93">
              <a:extLst>
                <a:ext uri="{FF2B5EF4-FFF2-40B4-BE49-F238E27FC236}">
                  <a16:creationId xmlns:a16="http://schemas.microsoft.com/office/drawing/2014/main" id="{6EBC0A97-EEA0-854A-8EBE-198D8D62BC67}"/>
                </a:ext>
              </a:extLst>
            </p:cNvPr>
            <p:cNvGrpSpPr/>
            <p:nvPr/>
          </p:nvGrpSpPr>
          <p:grpSpPr>
            <a:xfrm>
              <a:off x="2967379" y="1796522"/>
              <a:ext cx="958264" cy="296445"/>
              <a:chOff x="2198365" y="1616357"/>
              <a:chExt cx="958264" cy="296445"/>
            </a:xfrm>
          </p:grpSpPr>
          <p:sp>
            <p:nvSpPr>
              <p:cNvPr id="104" name="Rectangle 103">
                <a:extLst>
                  <a:ext uri="{FF2B5EF4-FFF2-40B4-BE49-F238E27FC236}">
                    <a16:creationId xmlns:a16="http://schemas.microsoft.com/office/drawing/2014/main" id="{6280DD3F-852E-7841-8F8B-C9E62CBD5AAC}"/>
                  </a:ext>
                </a:extLst>
              </p:cNvPr>
              <p:cNvSpPr/>
              <p:nvPr/>
            </p:nvSpPr>
            <p:spPr>
              <a:xfrm>
                <a:off x="2198365" y="1679506"/>
                <a:ext cx="175918" cy="175918"/>
              </a:xfrm>
              <a:prstGeom prst="rect">
                <a:avLst/>
              </a:prstGeom>
              <a:pattFill prst="pct90">
                <a:fgClr>
                  <a:schemeClr val="accent3"/>
                </a:fgClr>
                <a:bgClr>
                  <a:schemeClr val="bg1"/>
                </a:bgClr>
              </a:pattFill>
              <a:ln w="31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Rectangle 10">
                <a:extLst>
                  <a:ext uri="{FF2B5EF4-FFF2-40B4-BE49-F238E27FC236}">
                    <a16:creationId xmlns:a16="http://schemas.microsoft.com/office/drawing/2014/main" id="{FD32695D-3EFD-E548-B23F-EB7BB5C5737B}"/>
                  </a:ext>
                </a:extLst>
              </p:cNvPr>
              <p:cNvSpPr>
                <a:spLocks noChangeArrowheads="1"/>
              </p:cNvSpPr>
              <p:nvPr/>
            </p:nvSpPr>
            <p:spPr bwMode="auto">
              <a:xfrm>
                <a:off x="2504682" y="1616357"/>
                <a:ext cx="651947" cy="296445"/>
              </a:xfrm>
              <a:prstGeom prst="rect">
                <a:avLst/>
              </a:prstGeom>
              <a:noFill/>
              <a:ln w="9525">
                <a:noFill/>
                <a:miter lim="800000"/>
                <a:headEnd/>
                <a:tailEnd/>
              </a:ln>
            </p:spPr>
            <p:txBody>
              <a:bodyPr wrap="none" lIns="0" tIns="27432" rIns="0" bIns="27432" anchor="ctr">
                <a:noAutofit/>
              </a:bodyPr>
              <a:lstStyle/>
              <a:p>
                <a:r>
                  <a:rPr lang="en-US" dirty="0"/>
                  <a:t>Desire</a:t>
                </a:r>
              </a:p>
            </p:txBody>
          </p:sp>
        </p:grpSp>
        <p:grpSp>
          <p:nvGrpSpPr>
            <p:cNvPr id="95" name="Group 94">
              <a:extLst>
                <a:ext uri="{FF2B5EF4-FFF2-40B4-BE49-F238E27FC236}">
                  <a16:creationId xmlns:a16="http://schemas.microsoft.com/office/drawing/2014/main" id="{C0C18514-32A5-3A4E-94F3-37B98C02344E}"/>
                </a:ext>
              </a:extLst>
            </p:cNvPr>
            <p:cNvGrpSpPr/>
            <p:nvPr/>
          </p:nvGrpSpPr>
          <p:grpSpPr>
            <a:xfrm>
              <a:off x="4203515" y="1796522"/>
              <a:ext cx="1463382" cy="296445"/>
              <a:chOff x="3810511" y="1616357"/>
              <a:chExt cx="1463382" cy="296445"/>
            </a:xfrm>
          </p:grpSpPr>
          <p:sp>
            <p:nvSpPr>
              <p:cNvPr id="102" name="Rectangle 101">
                <a:extLst>
                  <a:ext uri="{FF2B5EF4-FFF2-40B4-BE49-F238E27FC236}">
                    <a16:creationId xmlns:a16="http://schemas.microsoft.com/office/drawing/2014/main" id="{71B8452C-5ED9-014C-92BB-681774EAAD6D}"/>
                  </a:ext>
                </a:extLst>
              </p:cNvPr>
              <p:cNvSpPr/>
              <p:nvPr/>
            </p:nvSpPr>
            <p:spPr>
              <a:xfrm>
                <a:off x="3810511" y="1679506"/>
                <a:ext cx="175918" cy="17591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 name="Rectangle 10">
                <a:extLst>
                  <a:ext uri="{FF2B5EF4-FFF2-40B4-BE49-F238E27FC236}">
                    <a16:creationId xmlns:a16="http://schemas.microsoft.com/office/drawing/2014/main" id="{FDCD8A3A-DE0D-0D4B-9191-534EF36C1675}"/>
                  </a:ext>
                </a:extLst>
              </p:cNvPr>
              <p:cNvSpPr>
                <a:spLocks noChangeArrowheads="1"/>
              </p:cNvSpPr>
              <p:nvPr/>
            </p:nvSpPr>
            <p:spPr bwMode="auto">
              <a:xfrm>
                <a:off x="4116828" y="1616357"/>
                <a:ext cx="1157065" cy="296445"/>
              </a:xfrm>
              <a:prstGeom prst="rect">
                <a:avLst/>
              </a:prstGeom>
              <a:noFill/>
              <a:ln w="9525">
                <a:noFill/>
                <a:miter lim="800000"/>
                <a:headEnd/>
                <a:tailEnd/>
              </a:ln>
            </p:spPr>
            <p:txBody>
              <a:bodyPr wrap="none" lIns="0" tIns="27432" rIns="0" bIns="27432" anchor="ctr">
                <a:noAutofit/>
              </a:bodyPr>
              <a:lstStyle/>
              <a:p>
                <a:r>
                  <a:rPr lang="en-US" dirty="0"/>
                  <a:t>Knowledge</a:t>
                </a:r>
              </a:p>
            </p:txBody>
          </p:sp>
        </p:grpSp>
        <p:grpSp>
          <p:nvGrpSpPr>
            <p:cNvPr id="96" name="Group 95">
              <a:extLst>
                <a:ext uri="{FF2B5EF4-FFF2-40B4-BE49-F238E27FC236}">
                  <a16:creationId xmlns:a16="http://schemas.microsoft.com/office/drawing/2014/main" id="{277E24F9-AA63-2444-9654-0D6D1D466D12}"/>
                </a:ext>
              </a:extLst>
            </p:cNvPr>
            <p:cNvGrpSpPr/>
            <p:nvPr/>
          </p:nvGrpSpPr>
          <p:grpSpPr>
            <a:xfrm>
              <a:off x="5944769" y="1796522"/>
              <a:ext cx="958265" cy="296445"/>
              <a:chOff x="5422657" y="1616357"/>
              <a:chExt cx="958265" cy="296445"/>
            </a:xfrm>
          </p:grpSpPr>
          <p:sp>
            <p:nvSpPr>
              <p:cNvPr id="100" name="Rectangle 99">
                <a:extLst>
                  <a:ext uri="{FF2B5EF4-FFF2-40B4-BE49-F238E27FC236}">
                    <a16:creationId xmlns:a16="http://schemas.microsoft.com/office/drawing/2014/main" id="{4428F916-7C31-D64E-8C78-226C169681BE}"/>
                  </a:ext>
                </a:extLst>
              </p:cNvPr>
              <p:cNvSpPr/>
              <p:nvPr/>
            </p:nvSpPr>
            <p:spPr>
              <a:xfrm>
                <a:off x="5422657" y="1679506"/>
                <a:ext cx="175918" cy="175918"/>
              </a:xfrm>
              <a:prstGeom prst="rect">
                <a:avLst/>
              </a:prstGeom>
              <a:pattFill prst="dkVert">
                <a:fgClr>
                  <a:srgbClr val="6BA6A7"/>
                </a:fgClr>
                <a:bgClr>
                  <a:schemeClr val="bg1"/>
                </a:bgClr>
              </a:pattFill>
              <a:ln w="3175">
                <a:solidFill>
                  <a:srgbClr val="6BA6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1" name="Rectangle 10">
                <a:extLst>
                  <a:ext uri="{FF2B5EF4-FFF2-40B4-BE49-F238E27FC236}">
                    <a16:creationId xmlns:a16="http://schemas.microsoft.com/office/drawing/2014/main" id="{704A947B-C2E0-984A-949F-33F71E2199D3}"/>
                  </a:ext>
                </a:extLst>
              </p:cNvPr>
              <p:cNvSpPr>
                <a:spLocks noChangeArrowheads="1"/>
              </p:cNvSpPr>
              <p:nvPr/>
            </p:nvSpPr>
            <p:spPr bwMode="auto">
              <a:xfrm>
                <a:off x="5728974" y="1616357"/>
                <a:ext cx="651948" cy="296445"/>
              </a:xfrm>
              <a:prstGeom prst="rect">
                <a:avLst/>
              </a:prstGeom>
              <a:noFill/>
              <a:ln w="9525">
                <a:noFill/>
                <a:miter lim="800000"/>
                <a:headEnd/>
                <a:tailEnd/>
              </a:ln>
            </p:spPr>
            <p:txBody>
              <a:bodyPr wrap="none" lIns="0" tIns="27432" rIns="0" bIns="27432" anchor="ctr">
                <a:noAutofit/>
              </a:bodyPr>
              <a:lstStyle/>
              <a:p>
                <a:r>
                  <a:rPr lang="en-US" dirty="0"/>
                  <a:t>Ability</a:t>
                </a:r>
              </a:p>
            </p:txBody>
          </p:sp>
        </p:grpSp>
        <p:grpSp>
          <p:nvGrpSpPr>
            <p:cNvPr id="97" name="Group 96">
              <a:extLst>
                <a:ext uri="{FF2B5EF4-FFF2-40B4-BE49-F238E27FC236}">
                  <a16:creationId xmlns:a16="http://schemas.microsoft.com/office/drawing/2014/main" id="{02335564-8FFD-C74A-95A5-F4FFD752F4FD}"/>
                </a:ext>
              </a:extLst>
            </p:cNvPr>
            <p:cNvGrpSpPr/>
            <p:nvPr/>
          </p:nvGrpSpPr>
          <p:grpSpPr>
            <a:xfrm>
              <a:off x="7180905" y="1796522"/>
              <a:ext cx="1731509" cy="296445"/>
              <a:chOff x="7034804" y="1616357"/>
              <a:chExt cx="1731509" cy="296445"/>
            </a:xfrm>
          </p:grpSpPr>
          <p:sp>
            <p:nvSpPr>
              <p:cNvPr id="98" name="Rectangle 97">
                <a:extLst>
                  <a:ext uri="{FF2B5EF4-FFF2-40B4-BE49-F238E27FC236}">
                    <a16:creationId xmlns:a16="http://schemas.microsoft.com/office/drawing/2014/main" id="{996AA09E-3AB4-C84A-850D-CCD9A08115A5}"/>
                  </a:ext>
                </a:extLst>
              </p:cNvPr>
              <p:cNvSpPr/>
              <p:nvPr/>
            </p:nvSpPr>
            <p:spPr>
              <a:xfrm>
                <a:off x="7034804" y="1679506"/>
                <a:ext cx="173736" cy="17591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9" name="Rectangle 10">
                <a:extLst>
                  <a:ext uri="{FF2B5EF4-FFF2-40B4-BE49-F238E27FC236}">
                    <a16:creationId xmlns:a16="http://schemas.microsoft.com/office/drawing/2014/main" id="{F2D46A24-8838-8B42-87F0-BCC49D3348D7}"/>
                  </a:ext>
                </a:extLst>
              </p:cNvPr>
              <p:cNvSpPr>
                <a:spLocks noChangeArrowheads="1"/>
              </p:cNvSpPr>
              <p:nvPr/>
            </p:nvSpPr>
            <p:spPr bwMode="auto">
              <a:xfrm>
                <a:off x="7341121" y="1616357"/>
                <a:ext cx="1425192" cy="296445"/>
              </a:xfrm>
              <a:prstGeom prst="rect">
                <a:avLst/>
              </a:prstGeom>
              <a:noFill/>
              <a:ln w="9525">
                <a:noFill/>
                <a:miter lim="800000"/>
                <a:headEnd/>
                <a:tailEnd/>
              </a:ln>
            </p:spPr>
            <p:txBody>
              <a:bodyPr wrap="none" lIns="0" tIns="27432" rIns="0" bIns="27432" anchor="ctr">
                <a:noAutofit/>
              </a:bodyPr>
              <a:lstStyle/>
              <a:p>
                <a:r>
                  <a:rPr lang="en-US" dirty="0"/>
                  <a:t>Reinforcement</a:t>
                </a:r>
              </a:p>
            </p:txBody>
          </p:sp>
        </p:grpSp>
      </p:grpSp>
      <p:pic>
        <p:nvPicPr>
          <p:cNvPr id="118" name="Picture 117" descr="A person smiling for the camera&#10;&#10;Description automatically generated">
            <a:extLst>
              <a:ext uri="{FF2B5EF4-FFF2-40B4-BE49-F238E27FC236}">
                <a16:creationId xmlns:a16="http://schemas.microsoft.com/office/drawing/2014/main" id="{5BCBB89F-FCDD-464D-85F8-F8F91B6B7708}"/>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86859" y="1729677"/>
            <a:ext cx="777238" cy="777240"/>
          </a:xfrm>
          <a:prstGeom prst="rect">
            <a:avLst/>
          </a:prstGeom>
        </p:spPr>
      </p:pic>
      <p:pic>
        <p:nvPicPr>
          <p:cNvPr id="114" name="Picture 113">
            <a:extLst>
              <a:ext uri="{FF2B5EF4-FFF2-40B4-BE49-F238E27FC236}">
                <a16:creationId xmlns:a16="http://schemas.microsoft.com/office/drawing/2014/main" id="{0236AD2C-383B-4580-BD21-AFF9B8078DEE}"/>
              </a:ext>
            </a:extLst>
          </p:cNvPr>
          <p:cNvPicPr>
            <a:picLocks noChangeAspect="1"/>
          </p:cNvPicPr>
          <p:nvPr/>
        </p:nvPicPr>
        <p:blipFill>
          <a:blip r:embed="rId7" cstate="screen">
            <a:extLst>
              <a:ext uri="{28A0092B-C50C-407E-A947-70E740481C1C}">
                <a14:useLocalDpi xmlns:a14="http://schemas.microsoft.com/office/drawing/2010/main"/>
              </a:ext>
            </a:extLst>
          </a:blip>
          <a:srcRect/>
          <a:stretch/>
        </p:blipFill>
        <p:spPr>
          <a:xfrm>
            <a:off x="386859" y="2640873"/>
            <a:ext cx="777238" cy="777240"/>
          </a:xfrm>
          <a:prstGeom prst="rect">
            <a:avLst/>
          </a:prstGeom>
        </p:spPr>
      </p:pic>
      <p:pic>
        <p:nvPicPr>
          <p:cNvPr id="116" name="Picture 115">
            <a:extLst>
              <a:ext uri="{FF2B5EF4-FFF2-40B4-BE49-F238E27FC236}">
                <a16:creationId xmlns:a16="http://schemas.microsoft.com/office/drawing/2014/main" id="{F6CA9A47-C7B0-4D2A-BDC4-491B1AF44C0A}"/>
              </a:ext>
            </a:extLst>
          </p:cNvPr>
          <p:cNvPicPr>
            <a:picLocks noChangeAspect="1"/>
          </p:cNvPicPr>
          <p:nvPr/>
        </p:nvPicPr>
        <p:blipFill>
          <a:blip r:embed="rId8" cstate="screen">
            <a:extLst>
              <a:ext uri="{28A0092B-C50C-407E-A947-70E740481C1C}">
                <a14:useLocalDpi xmlns:a14="http://schemas.microsoft.com/office/drawing/2010/main"/>
              </a:ext>
            </a:extLst>
          </a:blip>
          <a:srcRect/>
          <a:stretch/>
        </p:blipFill>
        <p:spPr>
          <a:xfrm>
            <a:off x="386859" y="4443850"/>
            <a:ext cx="777238" cy="777240"/>
          </a:xfrm>
          <a:prstGeom prst="rect">
            <a:avLst/>
          </a:prstGeom>
        </p:spPr>
      </p:pic>
      <p:pic>
        <p:nvPicPr>
          <p:cNvPr id="117" name="Picture 116">
            <a:extLst>
              <a:ext uri="{FF2B5EF4-FFF2-40B4-BE49-F238E27FC236}">
                <a16:creationId xmlns:a16="http://schemas.microsoft.com/office/drawing/2014/main" id="{F73E5DF3-ED2F-47FE-B960-4A71EC0AB148}"/>
              </a:ext>
            </a:extLst>
          </p:cNvPr>
          <p:cNvPicPr>
            <a:picLocks noChangeAspect="1"/>
          </p:cNvPicPr>
          <p:nvPr/>
        </p:nvPicPr>
        <p:blipFill>
          <a:blip r:embed="rId9" cstate="screen">
            <a:extLst>
              <a:ext uri="{28A0092B-C50C-407E-A947-70E740481C1C}">
                <a14:useLocalDpi xmlns:a14="http://schemas.microsoft.com/office/drawing/2010/main"/>
              </a:ext>
            </a:extLst>
          </a:blip>
          <a:srcRect/>
          <a:stretch/>
        </p:blipFill>
        <p:spPr>
          <a:xfrm>
            <a:off x="386859" y="5343049"/>
            <a:ext cx="777238" cy="777240"/>
          </a:xfrm>
          <a:prstGeom prst="rect">
            <a:avLst/>
          </a:prstGeom>
        </p:spPr>
      </p:pic>
      <p:pic>
        <p:nvPicPr>
          <p:cNvPr id="119" name="Picture 36">
            <a:extLst>
              <a:ext uri="{FF2B5EF4-FFF2-40B4-BE49-F238E27FC236}">
                <a16:creationId xmlns:a16="http://schemas.microsoft.com/office/drawing/2014/main" id="{0F2A7A6F-1E0E-294B-BB73-5D87243F038B}"/>
              </a:ext>
              <a:ext uri="{C183D7F6-B498-43B3-948B-1728B52AA6E4}">
                <adec:decorative xmlns:adec="http://schemas.microsoft.com/office/drawing/2017/decorative" val="1"/>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rcRect/>
          <a:stretch/>
        </p:blipFill>
        <p:spPr>
          <a:xfrm>
            <a:off x="388335" y="1731154"/>
            <a:ext cx="774286" cy="774286"/>
          </a:xfrm>
          <a:prstGeom prst="rect">
            <a:avLst/>
          </a:prstGeom>
        </p:spPr>
      </p:pic>
      <p:pic>
        <p:nvPicPr>
          <p:cNvPr id="120" name="Picture 36">
            <a:extLst>
              <a:ext uri="{FF2B5EF4-FFF2-40B4-BE49-F238E27FC236}">
                <a16:creationId xmlns:a16="http://schemas.microsoft.com/office/drawing/2014/main" id="{CBC6160E-7B2D-EE45-B2A3-167B93877894}"/>
              </a:ext>
              <a:ext uri="{C183D7F6-B498-43B3-948B-1728B52AA6E4}">
                <adec:decorative xmlns:adec="http://schemas.microsoft.com/office/drawing/2017/decorative" val="1"/>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a:stretch/>
        </p:blipFill>
        <p:spPr>
          <a:xfrm>
            <a:off x="388335" y="2642350"/>
            <a:ext cx="774286" cy="774286"/>
          </a:xfrm>
          <a:prstGeom prst="rect">
            <a:avLst/>
          </a:prstGeom>
        </p:spPr>
      </p:pic>
      <p:pic>
        <p:nvPicPr>
          <p:cNvPr id="122" name="Picture 36">
            <a:extLst>
              <a:ext uri="{FF2B5EF4-FFF2-40B4-BE49-F238E27FC236}">
                <a16:creationId xmlns:a16="http://schemas.microsoft.com/office/drawing/2014/main" id="{3ADF63BC-B0AB-9140-8869-4C10725138D6}"/>
              </a:ext>
              <a:ext uri="{C183D7F6-B498-43B3-948B-1728B52AA6E4}">
                <adec:decorative xmlns:adec="http://schemas.microsoft.com/office/drawing/2017/decorative" val="1"/>
              </a:ext>
            </a:extLst>
          </p:cNvPr>
          <p:cNvPicPr>
            <a:picLocks noChangeAspect="1"/>
          </p:cNvPicPr>
          <p:nvPr/>
        </p:nvPicPr>
        <p:blipFill>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rcRect/>
          <a:stretch/>
        </p:blipFill>
        <p:spPr>
          <a:xfrm>
            <a:off x="388335" y="4445327"/>
            <a:ext cx="774286" cy="774286"/>
          </a:xfrm>
          <a:prstGeom prst="rect">
            <a:avLst/>
          </a:prstGeom>
        </p:spPr>
      </p:pic>
      <p:pic>
        <p:nvPicPr>
          <p:cNvPr id="123" name="Picture 36">
            <a:extLst>
              <a:ext uri="{FF2B5EF4-FFF2-40B4-BE49-F238E27FC236}">
                <a16:creationId xmlns:a16="http://schemas.microsoft.com/office/drawing/2014/main" id="{BF68C163-B758-C745-B109-FCBC3ECD73B8}"/>
              </a:ext>
              <a:ext uri="{C183D7F6-B498-43B3-948B-1728B52AA6E4}">
                <adec:decorative xmlns:adec="http://schemas.microsoft.com/office/drawing/2017/decorative" val="1"/>
              </a:ext>
            </a:extLst>
          </p:cNvPr>
          <p:cNvPicPr>
            <a:picLocks noChangeAspect="1"/>
          </p:cNvPicPr>
          <p:nvPr/>
        </p:nvPicPr>
        <p:blipFill>
          <a:blip r:embed="rId16" cstate="screen">
            <a:extLst>
              <a:ext uri="{28A0092B-C50C-407E-A947-70E740481C1C}">
                <a14:useLocalDpi xmlns:a14="http://schemas.microsoft.com/office/drawing/2010/main"/>
              </a:ext>
              <a:ext uri="{96DAC541-7B7A-43D3-8B79-37D633B846F1}">
                <asvg:svgBlip xmlns:asvg="http://schemas.microsoft.com/office/drawing/2016/SVG/main" r:embed="rId17"/>
              </a:ext>
            </a:extLst>
          </a:blip>
          <a:srcRect/>
          <a:stretch/>
        </p:blipFill>
        <p:spPr>
          <a:xfrm>
            <a:off x="388335" y="5344526"/>
            <a:ext cx="774286" cy="774286"/>
          </a:xfrm>
          <a:prstGeom prst="rect">
            <a:avLst/>
          </a:prstGeom>
        </p:spPr>
      </p:pic>
    </p:spTree>
    <p:extLst>
      <p:ext uri="{BB962C8B-B14F-4D97-AF65-F5344CB8AC3E}">
        <p14:creationId xmlns:p14="http://schemas.microsoft.com/office/powerpoint/2010/main" val="35404242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05CFF0-C272-4D52-8BE6-15CEC493E385}"/>
              </a:ext>
            </a:extLst>
          </p:cNvPr>
          <p:cNvSpPr>
            <a:spLocks noGrp="1"/>
          </p:cNvSpPr>
          <p:nvPr>
            <p:ph type="title"/>
          </p:nvPr>
        </p:nvSpPr>
        <p:spPr/>
        <p:txBody>
          <a:bodyPr/>
          <a:lstStyle/>
          <a:p>
            <a:r>
              <a:rPr lang="en-US" dirty="0"/>
              <a:t>Discussion Question(s)</a:t>
            </a:r>
          </a:p>
        </p:txBody>
      </p:sp>
      <p:sp>
        <p:nvSpPr>
          <p:cNvPr id="2" name="Content Placeholder 1">
            <a:extLst>
              <a:ext uri="{FF2B5EF4-FFF2-40B4-BE49-F238E27FC236}">
                <a16:creationId xmlns:a16="http://schemas.microsoft.com/office/drawing/2014/main" id="{A2E87FAF-5AB9-47ED-B44F-D3A7EF0A23CD}"/>
              </a:ext>
            </a:extLst>
          </p:cNvPr>
          <p:cNvSpPr>
            <a:spLocks noGrp="1"/>
          </p:cNvSpPr>
          <p:nvPr>
            <p:ph type="body" sz="quarter" idx="10"/>
          </p:nvPr>
        </p:nvSpPr>
        <p:spPr/>
        <p:txBody>
          <a:bodyPr>
            <a:normAutofit/>
          </a:bodyPr>
          <a:lstStyle/>
          <a:p>
            <a:pPr marL="0" indent="0">
              <a:lnSpc>
                <a:spcPct val="120000"/>
              </a:lnSpc>
              <a:spcBef>
                <a:spcPts val="600"/>
              </a:spcBef>
              <a:buNone/>
            </a:pPr>
            <a:r>
              <a:rPr lang="en-US" i="1" dirty="0"/>
              <a:t>Choose </a:t>
            </a:r>
            <a:r>
              <a:rPr lang="en-US" i="1" u="sng" dirty="0"/>
              <a:t>one or more </a:t>
            </a:r>
            <a:r>
              <a:rPr lang="en-US" i="1" dirty="0"/>
              <a:t>of the following questions to discuss: </a:t>
            </a:r>
          </a:p>
          <a:p>
            <a:pPr>
              <a:lnSpc>
                <a:spcPct val="120000"/>
              </a:lnSpc>
              <a:spcBef>
                <a:spcPts val="600"/>
              </a:spcBef>
            </a:pPr>
            <a:r>
              <a:rPr lang="en-US" dirty="0"/>
              <a:t>How might you use the ADKAR Model to enable individual change?</a:t>
            </a:r>
          </a:p>
          <a:p>
            <a:pPr>
              <a:lnSpc>
                <a:spcPct val="120000"/>
              </a:lnSpc>
              <a:spcBef>
                <a:spcPts val="600"/>
              </a:spcBef>
            </a:pPr>
            <a:r>
              <a:rPr lang="en-US" dirty="0"/>
              <a:t>What challenges do you anticipate using the ADKAR Model?</a:t>
            </a:r>
          </a:p>
          <a:p>
            <a:pPr>
              <a:lnSpc>
                <a:spcPct val="120000"/>
              </a:lnSpc>
              <a:spcBef>
                <a:spcPts val="600"/>
              </a:spcBef>
            </a:pPr>
            <a:r>
              <a:rPr lang="en-US" dirty="0"/>
              <a:t>What outstanding questions do you have about the ADKAR Model?</a:t>
            </a:r>
          </a:p>
          <a:p>
            <a:pPr marL="0" indent="0">
              <a:buNone/>
            </a:pPr>
            <a:endParaRPr lang="en-US" dirty="0"/>
          </a:p>
        </p:txBody>
      </p:sp>
    </p:spTree>
    <p:extLst>
      <p:ext uri="{BB962C8B-B14F-4D97-AF65-F5344CB8AC3E}">
        <p14:creationId xmlns:p14="http://schemas.microsoft.com/office/powerpoint/2010/main" val="14037989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A030-7B8F-4663-8F11-BFC85693D0FB}"/>
              </a:ext>
            </a:extLst>
          </p:cNvPr>
          <p:cNvSpPr>
            <a:spLocks noGrp="1"/>
          </p:cNvSpPr>
          <p:nvPr>
            <p:ph type="title"/>
          </p:nvPr>
        </p:nvSpPr>
        <p:spPr/>
        <p:txBody>
          <a:bodyPr/>
          <a:lstStyle/>
          <a:p>
            <a:r>
              <a:rPr lang="en-US" dirty="0"/>
              <a:t>Applications of the ADKAR Model</a:t>
            </a:r>
          </a:p>
        </p:txBody>
      </p:sp>
      <p:sp>
        <p:nvSpPr>
          <p:cNvPr id="4" name="Rectangle 53">
            <a:extLst>
              <a:ext uri="{FF2B5EF4-FFF2-40B4-BE49-F238E27FC236}">
                <a16:creationId xmlns:a16="http://schemas.microsoft.com/office/drawing/2014/main" id="{E63744D3-FE9E-4943-BE32-043A954A898B}"/>
              </a:ext>
            </a:extLst>
          </p:cNvPr>
          <p:cNvSpPr/>
          <p:nvPr/>
        </p:nvSpPr>
        <p:spPr>
          <a:xfrm>
            <a:off x="1261754" y="1220257"/>
            <a:ext cx="4717413" cy="1354217"/>
          </a:xfrm>
          <a:prstGeom prst="rect">
            <a:avLst/>
          </a:prstGeom>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accent1"/>
                </a:solidFill>
                <a:effectLst/>
                <a:uLnTx/>
                <a:uFillTx/>
                <a:latin typeface="Calibri"/>
                <a:ea typeface="+mn-ea"/>
                <a:cs typeface="+mn-cs"/>
              </a:rPr>
              <a:t>A </a:t>
            </a:r>
            <a:r>
              <a:rPr lang="en-US" b="1" dirty="0">
                <a:solidFill>
                  <a:schemeClr val="accent1"/>
                </a:solidFill>
                <a:latin typeface="Calibri"/>
              </a:rPr>
              <a:t>Structured Approach and Methodology</a:t>
            </a:r>
          </a:p>
          <a:p>
            <a:pPr marL="0" marR="0" lvl="0" indent="0"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libri"/>
                <a:ea typeface="+mn-ea"/>
                <a:cs typeface="+mn-cs"/>
              </a:rPr>
              <a:t>The ADKAR Model is an outcome-oriented model, describing the milestones an individual must achieve to successfully adapt to change. These milestones guide the development of change management plans.</a:t>
            </a:r>
          </a:p>
        </p:txBody>
      </p:sp>
      <p:sp>
        <p:nvSpPr>
          <p:cNvPr id="5" name="Rectangle 53">
            <a:extLst>
              <a:ext uri="{FF2B5EF4-FFF2-40B4-BE49-F238E27FC236}">
                <a16:creationId xmlns:a16="http://schemas.microsoft.com/office/drawing/2014/main" id="{C6D56B1F-1C10-4050-9CED-35D21DF8C647}"/>
              </a:ext>
            </a:extLst>
          </p:cNvPr>
          <p:cNvSpPr/>
          <p:nvPr/>
        </p:nvSpPr>
        <p:spPr>
          <a:xfrm>
            <a:off x="1261754" y="2837923"/>
            <a:ext cx="4490207" cy="1600438"/>
          </a:xfrm>
          <a:prstGeom prst="rect">
            <a:avLst/>
          </a:prstGeom>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accent1"/>
                </a:solidFill>
                <a:effectLst/>
                <a:uLnTx/>
                <a:uFillTx/>
                <a:latin typeface="Calibri"/>
                <a:ea typeface="+mn-ea"/>
                <a:cs typeface="+mn-cs"/>
              </a:rPr>
              <a:t>Facilitating Individual Change</a:t>
            </a:r>
            <a:endParaRPr lang="en-US" b="1" dirty="0">
              <a:solidFill>
                <a:schemeClr val="accent1"/>
              </a:solidFill>
              <a:latin typeface="Calibri"/>
            </a:endParaRPr>
          </a:p>
          <a:p>
            <a:pPr marL="0" marR="0" lvl="0" indent="0"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libri"/>
                <a:ea typeface="+mn-ea"/>
                <a:cs typeface="+mn-cs"/>
              </a:rPr>
              <a:t>You can use the ADKAR Assessment to identify the barrier point of any individual impacted by a change. Once you understand the root cause of their inability to change, you can develop a strategy for helping the individual move through the change.  </a:t>
            </a:r>
          </a:p>
        </p:txBody>
      </p:sp>
      <p:sp>
        <p:nvSpPr>
          <p:cNvPr id="6" name="Rectangle 53">
            <a:extLst>
              <a:ext uri="{FF2B5EF4-FFF2-40B4-BE49-F238E27FC236}">
                <a16:creationId xmlns:a16="http://schemas.microsoft.com/office/drawing/2014/main" id="{E211909A-7856-4AC1-835B-23E80162EF49}"/>
              </a:ext>
            </a:extLst>
          </p:cNvPr>
          <p:cNvSpPr/>
          <p:nvPr/>
        </p:nvSpPr>
        <p:spPr>
          <a:xfrm>
            <a:off x="1261754" y="4727559"/>
            <a:ext cx="4581658" cy="1600438"/>
          </a:xfrm>
          <a:prstGeom prst="rect">
            <a:avLst/>
          </a:prstGeom>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accent1"/>
                </a:solidFill>
                <a:effectLst/>
                <a:uLnTx/>
                <a:uFillTx/>
                <a:latin typeface="Calibri"/>
                <a:ea typeface="+mn-ea"/>
                <a:cs typeface="+mn-cs"/>
              </a:rPr>
              <a:t>Measuring Change Outcomes</a:t>
            </a:r>
            <a:endParaRPr lang="en-US" b="1" dirty="0">
              <a:solidFill>
                <a:schemeClr val="accent1"/>
              </a:solidFill>
              <a:latin typeface="Calibri"/>
            </a:endParaRPr>
          </a:p>
          <a:p>
            <a:pPr marL="0" marR="0" lvl="0" indent="0"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libri"/>
                <a:ea typeface="+mn-ea"/>
                <a:cs typeface="+mn-cs"/>
              </a:rPr>
              <a:t>Simply measuring activities doesn’t tell you if your approach is achieving the intended outcomes. The ADKAR Model is outcome-oriented and can be used as a measuring stick to evaluate the impact of your change management activities. </a:t>
            </a:r>
          </a:p>
        </p:txBody>
      </p:sp>
      <p:sp>
        <p:nvSpPr>
          <p:cNvPr id="7" name="Rectangle 53">
            <a:extLst>
              <a:ext uri="{FF2B5EF4-FFF2-40B4-BE49-F238E27FC236}">
                <a16:creationId xmlns:a16="http://schemas.microsoft.com/office/drawing/2014/main" id="{872E4F5A-0A34-4525-AB1F-A737857AEE7E}"/>
              </a:ext>
            </a:extLst>
          </p:cNvPr>
          <p:cNvSpPr/>
          <p:nvPr/>
        </p:nvSpPr>
        <p:spPr>
          <a:xfrm>
            <a:off x="7248322" y="1141871"/>
            <a:ext cx="4210632" cy="1107996"/>
          </a:xfrm>
          <a:prstGeom prst="rect">
            <a:avLst/>
          </a:prstGeom>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accent1"/>
                </a:solidFill>
                <a:effectLst/>
                <a:uLnTx/>
                <a:uFillTx/>
                <a:latin typeface="Calibri"/>
                <a:ea typeface="+mn-ea"/>
                <a:cs typeface="+mn-cs"/>
              </a:rPr>
              <a:t>A Common Language for Change</a:t>
            </a:r>
            <a:endParaRPr lang="en-US" b="1" dirty="0">
              <a:solidFill>
                <a:schemeClr val="accent1"/>
              </a:solidFill>
              <a:latin typeface="Calibri"/>
            </a:endParaRPr>
          </a:p>
          <a:p>
            <a:pPr marL="0" marR="0" lvl="0" indent="0"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libri"/>
                <a:ea typeface="+mn-ea"/>
                <a:cs typeface="+mn-cs"/>
              </a:rPr>
              <a:t>The ADKAR Model provides a helpful framework for discussing change. A common language makes difficult conversation outcome-oriented.  </a:t>
            </a:r>
          </a:p>
        </p:txBody>
      </p:sp>
      <p:sp>
        <p:nvSpPr>
          <p:cNvPr id="8" name="Rectangle 53">
            <a:extLst>
              <a:ext uri="{FF2B5EF4-FFF2-40B4-BE49-F238E27FC236}">
                <a16:creationId xmlns:a16="http://schemas.microsoft.com/office/drawing/2014/main" id="{A2A158B9-66EC-4308-A8D7-09A2F06173D3}"/>
              </a:ext>
            </a:extLst>
          </p:cNvPr>
          <p:cNvSpPr/>
          <p:nvPr/>
        </p:nvSpPr>
        <p:spPr>
          <a:xfrm>
            <a:off x="7248322" y="2837923"/>
            <a:ext cx="4252466" cy="1354217"/>
          </a:xfrm>
          <a:prstGeom prst="rect">
            <a:avLst/>
          </a:prstGeom>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accent1"/>
                </a:solidFill>
                <a:effectLst/>
                <a:uLnTx/>
                <a:uFillTx/>
                <a:latin typeface="Calibri"/>
                <a:ea typeface="+mn-ea"/>
                <a:cs typeface="+mn-cs"/>
              </a:rPr>
              <a:t>Integration with Project Management</a:t>
            </a:r>
            <a:endParaRPr lang="en-US" b="1" dirty="0">
              <a:solidFill>
                <a:schemeClr val="accent1"/>
              </a:solidFill>
              <a:latin typeface="Calibri"/>
            </a:endParaRPr>
          </a:p>
          <a:p>
            <a:pPr marL="0" marR="0" lvl="0" indent="0"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libri"/>
                <a:ea typeface="+mn-ea"/>
                <a:cs typeface="+mn-cs"/>
              </a:rPr>
              <a:t>Achieving results requires more than just “finishing the project”. The ADKAR Model focuses on adoption and usage, which supports </a:t>
            </a:r>
            <a:r>
              <a:rPr lang="en-US" sz="1600" dirty="0">
                <a:solidFill>
                  <a:srgbClr val="000000"/>
                </a:solidFill>
                <a:latin typeface="Calibri"/>
              </a:rPr>
              <a:t>project execution and </a:t>
            </a:r>
            <a:r>
              <a:rPr kumimoji="0" lang="en-US" sz="1600" b="0" i="0" u="none" strike="noStrike" kern="1200" cap="none" spc="0" normalizeH="0" baseline="0" noProof="0" dirty="0">
                <a:ln>
                  <a:noFill/>
                </a:ln>
                <a:solidFill>
                  <a:srgbClr val="000000"/>
                </a:solidFill>
                <a:effectLst/>
                <a:uLnTx/>
                <a:uFillTx/>
                <a:latin typeface="Calibri"/>
                <a:ea typeface="+mn-ea"/>
                <a:cs typeface="+mn-cs"/>
              </a:rPr>
              <a:t>drives benefit realization.    </a:t>
            </a:r>
          </a:p>
        </p:txBody>
      </p:sp>
      <p:sp>
        <p:nvSpPr>
          <p:cNvPr id="9" name="Rectangle 53">
            <a:extLst>
              <a:ext uri="{FF2B5EF4-FFF2-40B4-BE49-F238E27FC236}">
                <a16:creationId xmlns:a16="http://schemas.microsoft.com/office/drawing/2014/main" id="{07624654-DF10-470D-96EE-26A5BC6CC5E2}"/>
              </a:ext>
            </a:extLst>
          </p:cNvPr>
          <p:cNvSpPr/>
          <p:nvPr/>
        </p:nvSpPr>
        <p:spPr>
          <a:xfrm>
            <a:off x="7248322" y="4727559"/>
            <a:ext cx="4518545" cy="1600438"/>
          </a:xfrm>
          <a:prstGeom prst="rect">
            <a:avLst/>
          </a:prstGeom>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accent1"/>
                </a:solidFill>
                <a:effectLst/>
                <a:uLnTx/>
                <a:uFillTx/>
                <a:latin typeface="Calibri"/>
                <a:ea typeface="+mn-ea"/>
                <a:cs typeface="+mn-cs"/>
              </a:rPr>
              <a:t>Empower Managers and Senior Leaders</a:t>
            </a:r>
            <a:endParaRPr lang="en-US" b="1" dirty="0">
              <a:solidFill>
                <a:schemeClr val="accent1"/>
              </a:solidFill>
              <a:latin typeface="Calibri"/>
            </a:endParaRPr>
          </a:p>
          <a:p>
            <a:pPr marL="0" marR="0" lvl="0" indent="0"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libri"/>
                <a:ea typeface="+mn-ea"/>
                <a:cs typeface="+mn-cs"/>
              </a:rPr>
              <a:t>Teaching people managers the ADKAR Model helps make great leaders become great leaders of change.  The ADKAR Model equips them to pinpoint where their employees are in the change process so they can coach each person based on their unique needs.  </a:t>
            </a:r>
          </a:p>
        </p:txBody>
      </p:sp>
      <p:grpSp>
        <p:nvGrpSpPr>
          <p:cNvPr id="10" name="Group 9">
            <a:extLst>
              <a:ext uri="{FF2B5EF4-FFF2-40B4-BE49-F238E27FC236}">
                <a16:creationId xmlns:a16="http://schemas.microsoft.com/office/drawing/2014/main" id="{EAA3858A-042F-4695-885B-459EF34C6162}"/>
              </a:ext>
            </a:extLst>
          </p:cNvPr>
          <p:cNvGrpSpPr>
            <a:grpSpLocks noChangeAspect="1"/>
          </p:cNvGrpSpPr>
          <p:nvPr/>
        </p:nvGrpSpPr>
        <p:grpSpPr>
          <a:xfrm>
            <a:off x="330480" y="2971617"/>
            <a:ext cx="822960" cy="822960"/>
            <a:chOff x="412507" y="5562600"/>
            <a:chExt cx="944628" cy="944628"/>
          </a:xfrm>
        </p:grpSpPr>
        <p:sp>
          <p:nvSpPr>
            <p:cNvPr id="11" name="Oval 10">
              <a:extLst>
                <a:ext uri="{FF2B5EF4-FFF2-40B4-BE49-F238E27FC236}">
                  <a16:creationId xmlns:a16="http://schemas.microsoft.com/office/drawing/2014/main" id="{83900C5E-20A6-46D4-B8E0-7FD356966A22}"/>
                </a:ext>
              </a:extLst>
            </p:cNvPr>
            <p:cNvSpPr>
              <a:spLocks noChangeAspect="1"/>
            </p:cNvSpPr>
            <p:nvPr/>
          </p:nvSpPr>
          <p:spPr>
            <a:xfrm>
              <a:off x="412507" y="5562600"/>
              <a:ext cx="944628" cy="944628"/>
            </a:xfrm>
            <a:prstGeom prst="ellipse">
              <a:avLst/>
            </a:prstGeom>
            <a:solidFill>
              <a:srgbClr val="EDF0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a:extLst>
                <a:ext uri="{FF2B5EF4-FFF2-40B4-BE49-F238E27FC236}">
                  <a16:creationId xmlns:a16="http://schemas.microsoft.com/office/drawing/2014/main" id="{8ACC6B51-5C6A-4DF1-8130-E5C967D2CBA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2774" y="5746901"/>
              <a:ext cx="591585" cy="543877"/>
            </a:xfrm>
            <a:prstGeom prst="rect">
              <a:avLst/>
            </a:prstGeom>
          </p:spPr>
        </p:pic>
      </p:grpSp>
      <p:grpSp>
        <p:nvGrpSpPr>
          <p:cNvPr id="16" name="Group 15">
            <a:extLst>
              <a:ext uri="{FF2B5EF4-FFF2-40B4-BE49-F238E27FC236}">
                <a16:creationId xmlns:a16="http://schemas.microsoft.com/office/drawing/2014/main" id="{33D0B338-8F14-4E9F-B62B-C2F1086A2DE1}"/>
              </a:ext>
            </a:extLst>
          </p:cNvPr>
          <p:cNvGrpSpPr>
            <a:grpSpLocks noChangeAspect="1"/>
          </p:cNvGrpSpPr>
          <p:nvPr/>
        </p:nvGrpSpPr>
        <p:grpSpPr>
          <a:xfrm>
            <a:off x="6368818" y="1288632"/>
            <a:ext cx="822960" cy="822960"/>
            <a:chOff x="412507" y="1346383"/>
            <a:chExt cx="944628" cy="944628"/>
          </a:xfrm>
        </p:grpSpPr>
        <p:sp>
          <p:nvSpPr>
            <p:cNvPr id="17" name="Oval 16">
              <a:extLst>
                <a:ext uri="{FF2B5EF4-FFF2-40B4-BE49-F238E27FC236}">
                  <a16:creationId xmlns:a16="http://schemas.microsoft.com/office/drawing/2014/main" id="{92D5A1BC-D664-4398-B709-8DA81463A86E}"/>
                </a:ext>
              </a:extLst>
            </p:cNvPr>
            <p:cNvSpPr>
              <a:spLocks noChangeAspect="1"/>
            </p:cNvSpPr>
            <p:nvPr/>
          </p:nvSpPr>
          <p:spPr>
            <a:xfrm>
              <a:off x="412507" y="1346383"/>
              <a:ext cx="944628" cy="944628"/>
            </a:xfrm>
            <a:prstGeom prst="ellipse">
              <a:avLst/>
            </a:prstGeom>
            <a:solidFill>
              <a:srgbClr val="EDF0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8" name="Graphic 17">
              <a:extLst>
                <a:ext uri="{FF2B5EF4-FFF2-40B4-BE49-F238E27FC236}">
                  <a16:creationId xmlns:a16="http://schemas.microsoft.com/office/drawing/2014/main" id="{2957DD19-E675-4A2E-B857-55318ADAFFF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82774" y="1528456"/>
              <a:ext cx="591585" cy="543877"/>
            </a:xfrm>
            <a:prstGeom prst="rect">
              <a:avLst/>
            </a:prstGeom>
          </p:spPr>
        </p:pic>
      </p:grpSp>
      <p:grpSp>
        <p:nvGrpSpPr>
          <p:cNvPr id="19" name="Group 18">
            <a:extLst>
              <a:ext uri="{FF2B5EF4-FFF2-40B4-BE49-F238E27FC236}">
                <a16:creationId xmlns:a16="http://schemas.microsoft.com/office/drawing/2014/main" id="{11E63BCC-772F-45CB-A5C6-6C93DDB749DE}"/>
              </a:ext>
            </a:extLst>
          </p:cNvPr>
          <p:cNvGrpSpPr>
            <a:grpSpLocks noChangeAspect="1"/>
          </p:cNvGrpSpPr>
          <p:nvPr/>
        </p:nvGrpSpPr>
        <p:grpSpPr>
          <a:xfrm>
            <a:off x="6368818" y="2971617"/>
            <a:ext cx="822960" cy="822960"/>
            <a:chOff x="3885416" y="5565099"/>
            <a:chExt cx="944628" cy="944628"/>
          </a:xfrm>
        </p:grpSpPr>
        <p:sp>
          <p:nvSpPr>
            <p:cNvPr id="20" name="Oval 19">
              <a:extLst>
                <a:ext uri="{FF2B5EF4-FFF2-40B4-BE49-F238E27FC236}">
                  <a16:creationId xmlns:a16="http://schemas.microsoft.com/office/drawing/2014/main" id="{9400E543-A51E-41C5-B6B5-A5EAA4E5B757}"/>
                </a:ext>
              </a:extLst>
            </p:cNvPr>
            <p:cNvSpPr>
              <a:spLocks noChangeAspect="1"/>
            </p:cNvSpPr>
            <p:nvPr/>
          </p:nvSpPr>
          <p:spPr>
            <a:xfrm>
              <a:off x="3885416" y="5565099"/>
              <a:ext cx="944628" cy="944628"/>
            </a:xfrm>
            <a:prstGeom prst="ellipse">
              <a:avLst/>
            </a:prstGeom>
            <a:solidFill>
              <a:srgbClr val="EDF0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Graphic 20">
              <a:extLst>
                <a:ext uri="{FF2B5EF4-FFF2-40B4-BE49-F238E27FC236}">
                  <a16:creationId xmlns:a16="http://schemas.microsoft.com/office/drawing/2014/main" id="{F7F793E7-B649-4A10-833C-E55E23069CF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049189" y="5782843"/>
              <a:ext cx="591585" cy="543877"/>
            </a:xfrm>
            <a:prstGeom prst="rect">
              <a:avLst/>
            </a:prstGeom>
          </p:spPr>
        </p:pic>
      </p:grpSp>
      <p:grpSp>
        <p:nvGrpSpPr>
          <p:cNvPr id="25" name="Group 24">
            <a:extLst>
              <a:ext uri="{FF2B5EF4-FFF2-40B4-BE49-F238E27FC236}">
                <a16:creationId xmlns:a16="http://schemas.microsoft.com/office/drawing/2014/main" id="{D2ADF1F6-97D6-4C31-8989-CA96996DBEE0}"/>
              </a:ext>
            </a:extLst>
          </p:cNvPr>
          <p:cNvGrpSpPr>
            <a:grpSpLocks noChangeAspect="1"/>
          </p:cNvGrpSpPr>
          <p:nvPr/>
        </p:nvGrpSpPr>
        <p:grpSpPr>
          <a:xfrm>
            <a:off x="330480" y="1288632"/>
            <a:ext cx="822960" cy="822960"/>
            <a:chOff x="2143855" y="5566669"/>
            <a:chExt cx="944628" cy="944628"/>
          </a:xfrm>
        </p:grpSpPr>
        <p:sp>
          <p:nvSpPr>
            <p:cNvPr id="26" name="Oval 25">
              <a:extLst>
                <a:ext uri="{FF2B5EF4-FFF2-40B4-BE49-F238E27FC236}">
                  <a16:creationId xmlns:a16="http://schemas.microsoft.com/office/drawing/2014/main" id="{DA58D283-0E45-46FB-B4D7-C94C8E858755}"/>
                </a:ext>
              </a:extLst>
            </p:cNvPr>
            <p:cNvSpPr>
              <a:spLocks noChangeAspect="1"/>
            </p:cNvSpPr>
            <p:nvPr/>
          </p:nvSpPr>
          <p:spPr>
            <a:xfrm>
              <a:off x="2143855" y="5566669"/>
              <a:ext cx="944628" cy="944628"/>
            </a:xfrm>
            <a:prstGeom prst="ellipse">
              <a:avLst/>
            </a:prstGeom>
            <a:solidFill>
              <a:srgbClr val="EDF0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7" name="Graphic 26">
              <a:extLst>
                <a:ext uri="{FF2B5EF4-FFF2-40B4-BE49-F238E27FC236}">
                  <a16:creationId xmlns:a16="http://schemas.microsoft.com/office/drawing/2014/main" id="{DF21FBC4-4EF2-4CB2-BF5F-07E2E267480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321288" y="5760827"/>
              <a:ext cx="591585" cy="543877"/>
            </a:xfrm>
            <a:prstGeom prst="rect">
              <a:avLst/>
            </a:prstGeom>
          </p:spPr>
        </p:pic>
      </p:grpSp>
      <p:grpSp>
        <p:nvGrpSpPr>
          <p:cNvPr id="31" name="Group 30">
            <a:extLst>
              <a:ext uri="{FF2B5EF4-FFF2-40B4-BE49-F238E27FC236}">
                <a16:creationId xmlns:a16="http://schemas.microsoft.com/office/drawing/2014/main" id="{1230467A-45F0-4B46-8708-5133C937772A}"/>
              </a:ext>
            </a:extLst>
          </p:cNvPr>
          <p:cNvGrpSpPr>
            <a:grpSpLocks noChangeAspect="1"/>
          </p:cNvGrpSpPr>
          <p:nvPr/>
        </p:nvGrpSpPr>
        <p:grpSpPr>
          <a:xfrm>
            <a:off x="6368818" y="4811223"/>
            <a:ext cx="822960" cy="822960"/>
            <a:chOff x="9114935" y="2745699"/>
            <a:chExt cx="944628" cy="944628"/>
          </a:xfrm>
        </p:grpSpPr>
        <p:sp>
          <p:nvSpPr>
            <p:cNvPr id="32" name="Oval 31">
              <a:extLst>
                <a:ext uri="{FF2B5EF4-FFF2-40B4-BE49-F238E27FC236}">
                  <a16:creationId xmlns:a16="http://schemas.microsoft.com/office/drawing/2014/main" id="{AE58A8B8-30F9-40EC-ABE9-F1E39322B27C}"/>
                </a:ext>
              </a:extLst>
            </p:cNvPr>
            <p:cNvSpPr>
              <a:spLocks noChangeAspect="1"/>
            </p:cNvSpPr>
            <p:nvPr/>
          </p:nvSpPr>
          <p:spPr>
            <a:xfrm>
              <a:off x="9114935" y="2745699"/>
              <a:ext cx="944628" cy="944628"/>
            </a:xfrm>
            <a:prstGeom prst="ellipse">
              <a:avLst/>
            </a:prstGeom>
            <a:solidFill>
              <a:srgbClr val="EDF0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3" name="Graphic 32">
              <a:extLst>
                <a:ext uri="{FF2B5EF4-FFF2-40B4-BE49-F238E27FC236}">
                  <a16:creationId xmlns:a16="http://schemas.microsoft.com/office/drawing/2014/main" id="{5C80AD4D-F04F-41C0-A1BC-DF9F5E7803CF}"/>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262479" y="2876367"/>
              <a:ext cx="667919" cy="658377"/>
            </a:xfrm>
            <a:prstGeom prst="rect">
              <a:avLst/>
            </a:prstGeom>
          </p:spPr>
        </p:pic>
      </p:grpSp>
      <p:grpSp>
        <p:nvGrpSpPr>
          <p:cNvPr id="34" name="Group 33">
            <a:extLst>
              <a:ext uri="{FF2B5EF4-FFF2-40B4-BE49-F238E27FC236}">
                <a16:creationId xmlns:a16="http://schemas.microsoft.com/office/drawing/2014/main" id="{9D190EC8-D1DE-41CD-927E-D93D0EA15441}"/>
              </a:ext>
            </a:extLst>
          </p:cNvPr>
          <p:cNvGrpSpPr>
            <a:grpSpLocks noChangeAspect="1"/>
          </p:cNvGrpSpPr>
          <p:nvPr/>
        </p:nvGrpSpPr>
        <p:grpSpPr>
          <a:xfrm>
            <a:off x="330480" y="4811223"/>
            <a:ext cx="822960" cy="822960"/>
            <a:chOff x="9114935" y="1348882"/>
            <a:chExt cx="944628" cy="944628"/>
          </a:xfrm>
        </p:grpSpPr>
        <p:sp>
          <p:nvSpPr>
            <p:cNvPr id="35" name="Oval 34">
              <a:extLst>
                <a:ext uri="{FF2B5EF4-FFF2-40B4-BE49-F238E27FC236}">
                  <a16:creationId xmlns:a16="http://schemas.microsoft.com/office/drawing/2014/main" id="{DC2BBC2F-23DE-4D17-A1B4-B56B18BC57C9}"/>
                </a:ext>
              </a:extLst>
            </p:cNvPr>
            <p:cNvSpPr>
              <a:spLocks noChangeAspect="1"/>
            </p:cNvSpPr>
            <p:nvPr/>
          </p:nvSpPr>
          <p:spPr>
            <a:xfrm>
              <a:off x="9114935" y="1348882"/>
              <a:ext cx="944628" cy="944628"/>
            </a:xfrm>
            <a:prstGeom prst="ellipse">
              <a:avLst/>
            </a:prstGeom>
            <a:solidFill>
              <a:srgbClr val="EDF0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Graphic 35">
              <a:extLst>
                <a:ext uri="{FF2B5EF4-FFF2-40B4-BE49-F238E27FC236}">
                  <a16:creationId xmlns:a16="http://schemas.microsoft.com/office/drawing/2014/main" id="{0104361C-0DA3-48A0-845A-509C7A2036E0}"/>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338445" y="1596612"/>
              <a:ext cx="458002" cy="458002"/>
            </a:xfrm>
            <a:prstGeom prst="rect">
              <a:avLst/>
            </a:prstGeom>
          </p:spPr>
        </p:pic>
      </p:grpSp>
      <p:sp>
        <p:nvSpPr>
          <p:cNvPr id="28" name="Rectangle 27">
            <a:extLst>
              <a:ext uri="{FF2B5EF4-FFF2-40B4-BE49-F238E27FC236}">
                <a16:creationId xmlns:a16="http://schemas.microsoft.com/office/drawing/2014/main" id="{7C167D80-40F0-374C-AD83-B4FF8415DB1D}"/>
              </a:ext>
            </a:extLst>
          </p:cNvPr>
          <p:cNvSpPr/>
          <p:nvPr/>
        </p:nvSpPr>
        <p:spPr>
          <a:xfrm>
            <a:off x="0" y="1"/>
            <a:ext cx="12192000" cy="45719"/>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9873725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4D5869F-2133-C948-8C03-71DAA6BDCE9F}"/>
              </a:ext>
            </a:extLst>
          </p:cNvPr>
          <p:cNvSpPr>
            <a:spLocks noGrp="1"/>
          </p:cNvSpPr>
          <p:nvPr>
            <p:ph type="body" sz="quarter" idx="11"/>
          </p:nvPr>
        </p:nvSpPr>
        <p:spPr/>
        <p:txBody>
          <a:bodyPr/>
          <a:lstStyle/>
          <a:p>
            <a:endParaRPr lang="en-US" dirty="0"/>
          </a:p>
        </p:txBody>
      </p:sp>
    </p:spTree>
    <p:extLst>
      <p:ext uri="{BB962C8B-B14F-4D97-AF65-F5344CB8AC3E}">
        <p14:creationId xmlns:p14="http://schemas.microsoft.com/office/powerpoint/2010/main" val="27979835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heme/theme1.xml><?xml version="1.0" encoding="utf-8"?>
<a:theme xmlns:a="http://schemas.openxmlformats.org/drawingml/2006/main" name="Prosci-2020">
  <a:themeElements>
    <a:clrScheme name="Prosci - 2019 Brand Colors - Final">
      <a:dk1>
        <a:srgbClr val="000000"/>
      </a:dk1>
      <a:lt1>
        <a:srgbClr val="FFFFFF"/>
      </a:lt1>
      <a:dk2>
        <a:srgbClr val="44546A"/>
      </a:dk2>
      <a:lt2>
        <a:srgbClr val="E7E6E6"/>
      </a:lt2>
      <a:accent1>
        <a:srgbClr val="342A86"/>
      </a:accent1>
      <a:accent2>
        <a:srgbClr val="3F484F"/>
      </a:accent2>
      <a:accent3>
        <a:srgbClr val="B59361"/>
      </a:accent3>
      <a:accent4>
        <a:srgbClr val="2B4848"/>
      </a:accent4>
      <a:accent5>
        <a:srgbClr val="B14926"/>
      </a:accent5>
      <a:accent6>
        <a:srgbClr val="3F677B"/>
      </a:accent6>
      <a:hlink>
        <a:srgbClr val="302F82"/>
      </a:hlink>
      <a:folHlink>
        <a:srgbClr val="B7AEE1"/>
      </a:folHlink>
    </a:clrScheme>
    <a:fontScheme name="Prosci">
      <a:majorFont>
        <a:latin typeface="Calibri Light"/>
        <a:ea typeface=""/>
        <a:cs typeface=""/>
      </a:majorFont>
      <a:minorFont>
        <a:latin typeface="Calibri"/>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osci-PowerPoint-Template-2021" id="{CA458AFD-610F-BD45-AE43-59DEBD43AD39}" vid="{AF852046-7FF6-E945-9401-6252383F31F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47dd39e-8808-4b31-a3fd-46bc26efdc05" xsi:nil="true"/>
    <_ip_UnifiedCompliancePolicyProperties xmlns="http://schemas.microsoft.com/sharepoint/v3" xsi:nil="true"/>
    <lcf76f155ced4ddcb4097134ff3c332f xmlns="ed3b039c-a841-40e1-8793-817fd5ff22b5">
      <Terms xmlns="http://schemas.microsoft.com/office/infopath/2007/PartnerControls"/>
    </lcf76f155ced4ddcb4097134ff3c332f>
    <Notes xmlns="ed3b039c-a841-40e1-8793-817fd5ff22b5">All of Prosci’s materials, including downloadable templates and materials, provided by Prosci are licensed products (referred to herein as Prosci “Content”). Prosci’s Content is protected by copyright laws and treaties, as well as other intellectual property laws and treaties. This license is for a single user. This license does not include reproduction and distribution to others or the creation of training materials.</Note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E413CD9D408BD438D38534DBA315FD6" ma:contentTypeVersion="20" ma:contentTypeDescription="Create a new document." ma:contentTypeScope="" ma:versionID="3ec6f847da8aa61d162db71f5d8c7327">
  <xsd:schema xmlns:xsd="http://www.w3.org/2001/XMLSchema" xmlns:xs="http://www.w3.org/2001/XMLSchema" xmlns:p="http://schemas.microsoft.com/office/2006/metadata/properties" xmlns:ns1="http://schemas.microsoft.com/sharepoint/v3" xmlns:ns2="ed3b039c-a841-40e1-8793-817fd5ff22b5" xmlns:ns3="347dd39e-8808-4b31-a3fd-46bc26efdc05" targetNamespace="http://schemas.microsoft.com/office/2006/metadata/properties" ma:root="true" ma:fieldsID="2af5026c2dcce3075079e44fccd911c5" ns1:_="" ns2:_="" ns3:_="">
    <xsd:import namespace="http://schemas.microsoft.com/sharepoint/v3"/>
    <xsd:import namespace="ed3b039c-a841-40e1-8793-817fd5ff22b5"/>
    <xsd:import namespace="347dd39e-8808-4b31-a3fd-46bc26efdc05"/>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DateTaken"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Location" minOccurs="0"/>
                <xsd:element ref="ns3:SharedWithUsers" minOccurs="0"/>
                <xsd:element ref="ns3:SharedWithDetails" minOccurs="0"/>
                <xsd:element ref="ns2:MediaLengthInSeconds" minOccurs="0"/>
                <xsd:element ref="ns1:_ip_UnifiedCompliancePolicyProperties" minOccurs="0"/>
                <xsd:element ref="ns1:_ip_UnifiedCompliancePolicyUIAction" minOccurs="0"/>
                <xsd:element ref="ns2:lcf76f155ced4ddcb4097134ff3c332f" minOccurs="0"/>
                <xsd:element ref="ns3:TaxCatchAll" minOccurs="0"/>
                <xsd:element ref="ns2:MediaServiceSearchProperties" minOccurs="0"/>
                <xsd:element ref="ns2:No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d3b039c-a841-40e1-8793-817fd5ff22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159285ce-07f8-4d7d-9d7f-5d604bf18487" ma:termSetId="09814cd3-568e-fe90-9814-8d621ff8fb84" ma:anchorId="fba54fb3-c3e1-fe81-a776-ca4b69148c4d" ma:open="true" ma:isKeyword="false">
      <xsd:complexType>
        <xsd:sequence>
          <xsd:element ref="pc:Terms" minOccurs="0" maxOccurs="1"/>
        </xsd:sequence>
      </xsd:complexType>
    </xsd:element>
    <xsd:element name="MediaServiceSearchProperties" ma:index="26" nillable="true" ma:displayName="MediaServiceSearchProperties" ma:hidden="true" ma:internalName="MediaServiceSearchProperties" ma:readOnly="true">
      <xsd:simpleType>
        <xsd:restriction base="dms:Note"/>
      </xsd:simpleType>
    </xsd:element>
    <xsd:element name="Notes" ma:index="27" nillable="true" ma:displayName="Notes" ma:format="Dropdown" ma:internalName="Notes">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47dd39e-8808-4b31-a3fd-46bc26efdc0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f7dfec25-7991-4d20-81e7-d96990e1336d}" ma:internalName="TaxCatchAll" ma:showField="CatchAllData" ma:web="347dd39e-8808-4b31-a3fd-46bc26efdc0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5134AC9-F719-45EF-8CD9-CB5D34B6A29D}">
  <ds:schemaRefs>
    <ds:schemaRef ds:uri="http://schemas.microsoft.com/sharepoint/v3"/>
    <ds:schemaRef ds:uri="http://schemas.microsoft.com/office/2006/metadata/properties"/>
    <ds:schemaRef ds:uri="http://schemas.microsoft.com/office/2006/documentManagement/types"/>
    <ds:schemaRef ds:uri="http://purl.org/dc/elements/1.1/"/>
    <ds:schemaRef ds:uri="http://www.w3.org/XML/1998/namespace"/>
    <ds:schemaRef ds:uri="http://schemas.microsoft.com/office/infopath/2007/PartnerControls"/>
    <ds:schemaRef ds:uri="http://purl.org/dc/dcmitype/"/>
    <ds:schemaRef ds:uri="http://purl.org/dc/terms/"/>
    <ds:schemaRef ds:uri="http://schemas.openxmlformats.org/package/2006/metadata/core-properties"/>
    <ds:schemaRef ds:uri="347dd39e-8808-4b31-a3fd-46bc26efdc05"/>
    <ds:schemaRef ds:uri="ed3b039c-a841-40e1-8793-817fd5ff22b5"/>
  </ds:schemaRefs>
</ds:datastoreItem>
</file>

<file path=customXml/itemProps2.xml><?xml version="1.0" encoding="utf-8"?>
<ds:datastoreItem xmlns:ds="http://schemas.openxmlformats.org/officeDocument/2006/customXml" ds:itemID="{E074A096-AA1F-4D24-AE28-C2EDACC38567}">
  <ds:schemaRefs>
    <ds:schemaRef ds:uri="http://schemas.microsoft.com/sharepoint/v3/contenttype/forms"/>
  </ds:schemaRefs>
</ds:datastoreItem>
</file>

<file path=customXml/itemProps3.xml><?xml version="1.0" encoding="utf-8"?>
<ds:datastoreItem xmlns:ds="http://schemas.openxmlformats.org/officeDocument/2006/customXml" ds:itemID="{94BC4A2C-C3B9-4CC0-97CD-86C8757358E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ed3b039c-a841-40e1-8793-817fd5ff22b5"/>
    <ds:schemaRef ds:uri="347dd39e-8808-4b31-a3fd-46bc26efdc0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Prosci-PowerPoint-Template-2021 (With Screen shots)</Template>
  <TotalTime>523</TotalTime>
  <Words>3089</Words>
  <Application>Microsoft Office PowerPoint</Application>
  <PresentationFormat>Widescreen</PresentationFormat>
  <Paragraphs>403</Paragraphs>
  <Slides>19</Slides>
  <Notes>19</Notes>
  <HiddenSlides>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Calibri Light</vt:lpstr>
      <vt:lpstr>Open Sans</vt:lpstr>
      <vt:lpstr>Wingdings</vt:lpstr>
      <vt:lpstr>Prosci-2020</vt:lpstr>
      <vt:lpstr>Introduction to the  Prosci ADKAR® Model</vt:lpstr>
      <vt:lpstr>Agenda</vt:lpstr>
      <vt:lpstr>Jeff Hiatt Quote About ADKAR</vt:lpstr>
      <vt:lpstr>Prosci® ADKAR® Model</vt:lpstr>
      <vt:lpstr>The 5 Elements of Successful Change</vt:lpstr>
      <vt:lpstr>The 5 Elements of Successful Change</vt:lpstr>
      <vt:lpstr>The 5 Elements of Successful Change</vt:lpstr>
      <vt:lpstr>The 5 Elements of Successful Change</vt:lpstr>
      <vt:lpstr>The 5 Elements of Successful Change</vt:lpstr>
      <vt:lpstr>Complete the ADKAR Assessment  and Determine the Barrier Point</vt:lpstr>
      <vt:lpstr>ADKAR Barrier Point</vt:lpstr>
      <vt:lpstr>What is the Barrier Point in Your Example?</vt:lpstr>
      <vt:lpstr>ADKAR Model on a Page</vt:lpstr>
      <vt:lpstr>Consequences of Missing ADKAR Elements</vt:lpstr>
      <vt:lpstr>The ADKAR Model Defines Successful Change at Scale</vt:lpstr>
      <vt:lpstr>People Change at Different Paces</vt:lpstr>
      <vt:lpstr>Discussion Question(s)</vt:lpstr>
      <vt:lpstr>Applications of the ADKAR Model</vt:lpstr>
      <vt:lpstr>PowerPoint Presentation</vt:lpstr>
    </vt:vector>
  </TitlesOfParts>
  <Company>Prosci Inc.</Company>
  <LinksUpToDate>false</LinksUpToDate>
  <SharedDoc>false</SharedDoc>
  <HyperlinkBase>www.Prosci.com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the Prosci ADKAR Model </dc:title>
  <dc:subject>Prosci ADKAR Model </dc:subject>
  <dc:creator>Lisa Kempton, CCMP</dc:creator>
  <cp:keywords>Prosci ADKAR Model</cp:keywords>
  <dc:description>All of Prosci’s materials, including downloadable templates and materials, provided by Prosci are licensed products (referred to herein as Prosci “Content”). Prosci’s Content is protected by copyright laws and treaties, as well as other intellectual property laws and treaties. This license is for a single user. This license does not include reproduction and distribution to others or the creation of training materials.</dc:description>
  <cp:lastModifiedBy>Brittany Rappe</cp:lastModifiedBy>
  <cp:revision>5</cp:revision>
  <dcterms:created xsi:type="dcterms:W3CDTF">2022-09-20T20:15:56Z</dcterms:created>
  <dcterms:modified xsi:type="dcterms:W3CDTF">2023-03-14T00:34:33Z</dcterms:modified>
  <cp:category>Applying the ADKAR Model</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0x010100CE413CD9D408BD438D38534DBA315FD6</vt:lpwstr>
  </property>
  <property fmtid="{D5CDD505-2E9C-101B-9397-08002B2CF9AE}" pid="3" name="MediaServiceImageTags">
    <vt:lpwstr/>
  </property>
</Properties>
</file>